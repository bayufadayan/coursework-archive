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13716000" cy="24384000"/>
  <p:embeddedFontLst>
    <p:embeddedFont>
      <p:font typeface="Arial Black" panose="020B0A04020102020204" pitchFamily="34" charset="0"/>
      <p:regular r:id="rId10"/>
      <p:bold r:id="rId11"/>
    </p:embeddedFont>
    <p:embeddedFont>
      <p:font typeface="EB Garamond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>
          <p15:clr>
            <a:srgbClr val="A4A3A4"/>
          </p15:clr>
        </p15:guide>
        <p15:guide id="2" pos="456">
          <p15:clr>
            <a:srgbClr val="A4A3A4"/>
          </p15:clr>
        </p15:guide>
        <p15:guide id="3" orient="horz" pos="2616">
          <p15:clr>
            <a:srgbClr val="A4A3A4"/>
          </p15:clr>
        </p15:guide>
        <p15:guide id="4" orient="horz" pos="3264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2136">
          <p15:clr>
            <a:srgbClr val="A4A3A4"/>
          </p15:clr>
        </p15:guide>
        <p15:guide id="7" orient="horz" pos="4008">
          <p15:clr>
            <a:srgbClr val="A4A3A4"/>
          </p15:clr>
        </p15:guide>
        <p15:guide id="8" orient="horz" pos="1152">
          <p15:clr>
            <a:srgbClr val="A4A3A4"/>
          </p15:clr>
        </p15:guide>
        <p15:guide id="9" orient="horz" pos="2352">
          <p15:clr>
            <a:srgbClr val="A4A3A4"/>
          </p15:clr>
        </p15:guide>
        <p15:guide id="10" orient="horz" pos="1512">
          <p15:clr>
            <a:srgbClr val="A4A3A4"/>
          </p15:clr>
        </p15:guide>
        <p15:guide id="11" pos="7680">
          <p15:clr>
            <a:srgbClr val="A4A3A4"/>
          </p15:clr>
        </p15:guide>
        <p15:guide id="12" pos="6696">
          <p15:clr>
            <a:srgbClr val="A4A3A4"/>
          </p15:clr>
        </p15:guide>
        <p15:guide id="13" pos="1008">
          <p15:clr>
            <a:srgbClr val="A4A3A4"/>
          </p15:clr>
        </p15:guide>
        <p15:guide id="14" pos="1584">
          <p15:clr>
            <a:srgbClr val="A4A3A4"/>
          </p15:clr>
        </p15:guide>
        <p15:guide id="15" pos="2136">
          <p15:clr>
            <a:srgbClr val="A4A3A4"/>
          </p15:clr>
        </p15:guide>
        <p15:guide id="16" pos="2760">
          <p15:clr>
            <a:srgbClr val="A4A3A4"/>
          </p15:clr>
        </p15:guide>
        <p15:guide id="17" pos="3288">
          <p15:clr>
            <a:srgbClr val="A4A3A4"/>
          </p15:clr>
        </p15:guide>
        <p15:guide id="18" pos="4032">
          <p15:clr>
            <a:srgbClr val="A4A3A4"/>
          </p15:clr>
        </p15:guide>
        <p15:guide id="19" pos="4392">
          <p15:clr>
            <a:srgbClr val="A4A3A4"/>
          </p15:clr>
        </p15:guide>
        <p15:guide id="20" pos="4944">
          <p15:clr>
            <a:srgbClr val="A4A3A4"/>
          </p15:clr>
        </p15:guide>
        <p15:guide id="21" pos="5544">
          <p15:clr>
            <a:srgbClr val="A4A3A4"/>
          </p15:clr>
        </p15:guide>
        <p15:guide id="22" pos="6072">
          <p15:clr>
            <a:srgbClr val="A4A3A4"/>
          </p15:clr>
        </p15:guide>
        <p15:guide id="23" orient="horz" pos="2448">
          <p15:clr>
            <a:srgbClr val="A4A3A4"/>
          </p15:clr>
        </p15:guide>
        <p15:guide id="24" orient="horz" pos="960">
          <p15:clr>
            <a:srgbClr val="A4A3A4"/>
          </p15:clr>
        </p15:guide>
        <p15:guide id="25" pos="5256">
          <p15:clr>
            <a:srgbClr val="A4A3A4"/>
          </p15:clr>
        </p15:guide>
        <p15:guide id="26" pos="726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7xhzGc8szaBXYb2Ja4QgLOQWl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FBC7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 snapToGrid="0">
      <p:cViewPr>
        <p:scale>
          <a:sx n="66" d="100"/>
          <a:sy n="66" d="100"/>
        </p:scale>
        <p:origin x="792" y="162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450" y="1828800"/>
            <a:ext cx="9144450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0272df4c00_0_2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20272df4c0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>
            <a:spLocks noGrp="1"/>
          </p:cNvSpPr>
          <p:nvPr>
            <p:ph type="body" idx="1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268413" y="1828800"/>
            <a:ext cx="16254413" cy="914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9" descr="preencoded.png"/>
          <p:cNvSpPr/>
          <p:nvPr/>
        </p:nvSpPr>
        <p:spPr>
          <a:xfrm>
            <a:off x="0" y="0"/>
            <a:ext cx="5295900" cy="6877050"/>
          </a:xfrm>
          <a:custGeom>
            <a:avLst/>
            <a:gdLst/>
            <a:ahLst/>
            <a:cxnLst/>
            <a:rect l="l" t="t" r="r" b="b"/>
            <a:pathLst>
              <a:path w="5295900" h="6877050" extrusionOk="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" name="Google Shape;12;p9"/>
          <p:cNvSpPr/>
          <p:nvPr/>
        </p:nvSpPr>
        <p:spPr>
          <a:xfrm>
            <a:off x="1600201" y="1153228"/>
            <a:ext cx="9191625" cy="5704772"/>
          </a:xfrm>
          <a:custGeom>
            <a:avLst/>
            <a:gdLst/>
            <a:ahLst/>
            <a:cxnLst/>
            <a:rect l="l" t="t" r="r" b="b"/>
            <a:pathLst>
              <a:path w="9191625" h="5704772" extrusionOk="0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" name="Google Shape;13;p9"/>
          <p:cNvSpPr/>
          <p:nvPr/>
        </p:nvSpPr>
        <p:spPr>
          <a:xfrm>
            <a:off x="2795588" y="0"/>
            <a:ext cx="6803142" cy="5396474"/>
          </a:xfrm>
          <a:custGeom>
            <a:avLst/>
            <a:gdLst/>
            <a:ahLst/>
            <a:cxnLst/>
            <a:rect l="l" t="t" r="r" b="b"/>
            <a:pathLst>
              <a:path w="6803142" h="5396474" extrusionOk="0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lvl="0" algn="ctr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10"/>
          <p:cNvGrpSpPr/>
          <p:nvPr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18" name="Google Shape;18;p10"/>
            <p:cNvSpPr/>
            <p:nvPr/>
          </p:nvSpPr>
          <p:spPr>
            <a:xfrm>
              <a:off x="5009037" y="25257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9" name="Google Shape;19;p10"/>
            <p:cNvSpPr/>
            <p:nvPr/>
          </p:nvSpPr>
          <p:spPr>
            <a:xfrm>
              <a:off x="8589536" y="2525712"/>
              <a:ext cx="3589694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20" name="Google Shape;20;p10"/>
          <p:cNvGrpSpPr/>
          <p:nvPr/>
        </p:nvGrpSpPr>
        <p:grpSpPr>
          <a:xfrm rot="10800000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21" name="Google Shape;21;p10"/>
            <p:cNvSpPr/>
            <p:nvPr/>
          </p:nvSpPr>
          <p:spPr>
            <a:xfrm>
              <a:off x="5183405" y="2678112"/>
              <a:ext cx="3601721" cy="4332288"/>
            </a:xfrm>
            <a:custGeom>
              <a:avLst/>
              <a:gdLst/>
              <a:ahLst/>
              <a:cxnLst/>
              <a:rect l="l" t="t" r="r" b="b"/>
              <a:pathLst>
                <a:path w="1198" h="1441" extrusionOk="0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22" name="Google Shape;22;p10"/>
            <p:cNvSpPr/>
            <p:nvPr/>
          </p:nvSpPr>
          <p:spPr>
            <a:xfrm>
              <a:off x="8763903" y="2678112"/>
              <a:ext cx="3589695" cy="4332288"/>
            </a:xfrm>
            <a:custGeom>
              <a:avLst/>
              <a:gdLst/>
              <a:ahLst/>
              <a:cxnLst/>
              <a:rect l="l" t="t" r="r" b="b"/>
              <a:pathLst>
                <a:path w="1194" h="1441" extrusionOk="0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23" name="Google Shape;23;p10" descr="preencoded.png"/>
          <p:cNvSpPr/>
          <p:nvPr/>
        </p:nvSpPr>
        <p:spPr>
          <a:xfrm>
            <a:off x="7642518" y="4577658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55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marL="1371600" lvl="2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8" name="Google Shape;28;p11"/>
          <p:cNvSpPr/>
          <p:nvPr/>
        </p:nvSpPr>
        <p:spPr>
          <a:xfrm>
            <a:off x="0" y="3427336"/>
            <a:ext cx="3430200" cy="3430665"/>
          </a:xfrm>
          <a:custGeom>
            <a:avLst/>
            <a:gdLst/>
            <a:ahLst/>
            <a:cxnLst/>
            <a:rect l="l" t="t" r="r" b="b"/>
            <a:pathLst>
              <a:path w="3430200" h="3430665" extrusionOk="0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9" name="Google Shape;29;p11"/>
          <p:cNvSpPr/>
          <p:nvPr/>
        </p:nvSpPr>
        <p:spPr>
          <a:xfrm>
            <a:off x="1" y="1"/>
            <a:ext cx="3423785" cy="3437345"/>
          </a:xfrm>
          <a:custGeom>
            <a:avLst/>
            <a:gdLst/>
            <a:ahLst/>
            <a:cxnLst/>
            <a:rect l="l" t="t" r="r" b="b"/>
            <a:pathLst>
              <a:path w="3423785" h="3437345" extrusionOk="0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4224528" y="2276856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4224528" y="3222752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1"/>
          <p:cNvSpPr/>
          <p:nvPr/>
        </p:nvSpPr>
        <p:spPr>
          <a:xfrm>
            <a:off x="1" y="869"/>
            <a:ext cx="3423785" cy="3436477"/>
          </a:xfrm>
          <a:custGeom>
            <a:avLst/>
            <a:gdLst/>
            <a:ahLst/>
            <a:cxnLst/>
            <a:rect l="l" t="t" r="r" b="b"/>
            <a:pathLst>
              <a:path w="3423785" h="3436477" extrusionOk="0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">
  <p:cSld name="Summar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 descr="preencoded.png"/>
          <p:cNvSpPr/>
          <p:nvPr/>
        </p:nvSpPr>
        <p:spPr>
          <a:xfrm>
            <a:off x="8758238" y="-14287"/>
            <a:ext cx="3433763" cy="3452812"/>
          </a:xfrm>
          <a:custGeom>
            <a:avLst/>
            <a:gdLst/>
            <a:ahLst/>
            <a:cxnLst/>
            <a:rect l="l" t="t" r="r" b="b"/>
            <a:pathLst>
              <a:path w="3433763" h="3452812" extrusionOk="0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7" name="Google Shape;37;p12" descr="preencoded.png"/>
          <p:cNvSpPr/>
          <p:nvPr/>
        </p:nvSpPr>
        <p:spPr>
          <a:xfrm>
            <a:off x="8758238" y="3438525"/>
            <a:ext cx="3433763" cy="3433762"/>
          </a:xfrm>
          <a:custGeom>
            <a:avLst/>
            <a:gdLst/>
            <a:ahLst/>
            <a:cxnLst/>
            <a:rect l="l" t="t" r="r" b="b"/>
            <a:pathLst>
              <a:path w="3433763" h="3433762" extrusionOk="0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8" name="Google Shape;38;p12" descr="preencoded.png"/>
          <p:cNvSpPr/>
          <p:nvPr/>
        </p:nvSpPr>
        <p:spPr>
          <a:xfrm rot="10800000" flipH="1">
            <a:off x="9991725" y="1247775"/>
            <a:ext cx="2200275" cy="2181225"/>
          </a:xfrm>
          <a:custGeom>
            <a:avLst/>
            <a:gdLst/>
            <a:ahLst/>
            <a:cxnLst/>
            <a:rect l="l" t="t" r="r" b="b"/>
            <a:pathLst>
              <a:path w="2200275" h="2181225" extrusionOk="0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39" name="Google Shape;39;p12" descr="preencoded.png"/>
          <p:cNvSpPr/>
          <p:nvPr/>
        </p:nvSpPr>
        <p:spPr>
          <a:xfrm rot="10800000" flipH="1">
            <a:off x="-20086" y="4580051"/>
            <a:ext cx="2277948" cy="2277948"/>
          </a:xfrm>
          <a:custGeom>
            <a:avLst/>
            <a:gdLst/>
            <a:ahLst/>
            <a:cxnLst/>
            <a:rect l="l" t="t" r="r" b="b"/>
            <a:pathLst>
              <a:path w="2277948" h="2277948" extrusionOk="0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0" name="Google Shape;40;p1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2" descr="preencoded.png"/>
          <p:cNvSpPr/>
          <p:nvPr/>
        </p:nvSpPr>
        <p:spPr>
          <a:xfrm>
            <a:off x="1707959" y="5667616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2" name="Google Shape;42;p12"/>
          <p:cNvSpPr txBox="1"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1"/>
          </p:nvPr>
        </p:nvSpPr>
        <p:spPr>
          <a:xfrm>
            <a:off x="1508760" y="2837688"/>
            <a:ext cx="5879592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2pPr>
            <a:lvl3pPr marL="1371600" lvl="2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3pPr>
            <a:lvl4pPr marL="1828800" lvl="3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">
  <p:cSld name="Closing">
    <p:bg>
      <p:bgPr>
        <a:solidFill>
          <a:schemeClr val="accent6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/>
          <p:nvPr/>
        </p:nvSpPr>
        <p:spPr>
          <a:xfrm>
            <a:off x="0" y="0"/>
            <a:ext cx="8948738" cy="6858000"/>
          </a:xfrm>
          <a:custGeom>
            <a:avLst/>
            <a:gdLst/>
            <a:ahLst/>
            <a:cxnLst/>
            <a:rect l="l" t="t" r="r" b="b"/>
            <a:pathLst>
              <a:path w="8948738" h="6858000" extrusionOk="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48" name="Google Shape;48;p13" descr="preencoded.png"/>
          <p:cNvSpPr/>
          <p:nvPr/>
        </p:nvSpPr>
        <p:spPr>
          <a:xfrm>
            <a:off x="7538626" y="13142"/>
            <a:ext cx="4653374" cy="6831717"/>
          </a:xfrm>
          <a:custGeom>
            <a:avLst/>
            <a:gdLst/>
            <a:ahLst/>
            <a:cxnLst/>
            <a:rect l="l" t="t" r="r" b="b"/>
            <a:pathLst>
              <a:path w="4653374" h="6831717" extrusionOk="0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49" name="Google Shape;49;p13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3"/>
          <p:cNvSpPr txBox="1"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>
            <a:lvl1pPr lvl="0" algn="l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/>
          <p:nvPr/>
        </p:nvSpPr>
        <p:spPr>
          <a:xfrm>
            <a:off x="2062836" y="686475"/>
            <a:ext cx="7774629" cy="6193018"/>
          </a:xfrm>
          <a:custGeom>
            <a:avLst/>
            <a:gdLst/>
            <a:ahLst/>
            <a:cxnLst/>
            <a:rect l="l" t="t" r="r" b="b"/>
            <a:pathLst>
              <a:path w="7774629" h="6193018" extrusionOk="0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rgbClr val="F8E7E7">
              <a:alpha val="9882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4" name="Google Shape;54;p14"/>
          <p:cNvSpPr/>
          <p:nvPr/>
        </p:nvSpPr>
        <p:spPr>
          <a:xfrm>
            <a:off x="7610252" y="1"/>
            <a:ext cx="2273668" cy="3147998"/>
          </a:xfrm>
          <a:custGeom>
            <a:avLst/>
            <a:gdLst/>
            <a:ahLst/>
            <a:cxnLst/>
            <a:rect l="l" t="t" r="r" b="b"/>
            <a:pathLst>
              <a:path w="2273668" h="3147998" extrusionOk="0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9883919" y="2"/>
            <a:ext cx="2254928" cy="3141557"/>
          </a:xfrm>
          <a:custGeom>
            <a:avLst/>
            <a:gdLst/>
            <a:ahLst/>
            <a:cxnLst/>
            <a:rect l="l" t="t" r="r" b="b"/>
            <a:pathLst>
              <a:path w="2254928" h="3141557" extrusionOk="0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8395730" y="2"/>
            <a:ext cx="2959203" cy="2352793"/>
          </a:xfrm>
          <a:custGeom>
            <a:avLst/>
            <a:gdLst/>
            <a:ahLst/>
            <a:cxnLst/>
            <a:rect l="l" t="t" r="r" b="b"/>
            <a:pathLst>
              <a:path w="2959203" h="2352793" extrusionOk="0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390854" y="3130662"/>
            <a:ext cx="3106248" cy="3748831"/>
          </a:xfrm>
          <a:custGeom>
            <a:avLst/>
            <a:gdLst/>
            <a:ahLst/>
            <a:cxnLst/>
            <a:rect l="l" t="t" r="r" b="b"/>
            <a:pathLst>
              <a:path w="3106248" h="3748831" extrusionOk="0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0" y="3130661"/>
            <a:ext cx="1400640" cy="3748832"/>
          </a:xfrm>
          <a:custGeom>
            <a:avLst/>
            <a:gdLst/>
            <a:ahLst/>
            <a:cxnLst/>
            <a:rect l="l" t="t" r="r" b="b"/>
            <a:pathLst>
              <a:path w="1400640" h="3748832" extrusionOk="0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Title and Char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539496" y="2103120"/>
            <a:ext cx="11119104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marL="914400" lvl="1" indent="-330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•"/>
              <a:defRPr sz="1600"/>
            </a:lvl2pPr>
            <a:lvl3pPr marL="1371600" lvl="2" indent="-3175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300"/>
              <a:buFont typeface="Arial"/>
              <a:buNone/>
              <a:defRPr sz="3300" b="1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611880" y="1984248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389120" y="4308475"/>
            <a:ext cx="3932238" cy="588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3"/>
          </p:nvPr>
        </p:nvSpPr>
        <p:spPr>
          <a:xfrm>
            <a:off x="9500616" y="3209544"/>
            <a:ext cx="768096" cy="162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5485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0"/>
              <a:buNone/>
              <a:defRPr sz="10000" b="1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 descr="preencoded.png"/>
          <p:cNvSpPr/>
          <p:nvPr/>
        </p:nvSpPr>
        <p:spPr>
          <a:xfrm>
            <a:off x="-7117" y="0"/>
            <a:ext cx="2550985" cy="6858000"/>
          </a:xfrm>
          <a:custGeom>
            <a:avLst/>
            <a:gdLst/>
            <a:ahLst/>
            <a:cxnLst/>
            <a:rect l="l" t="t" r="r" b="b"/>
            <a:pathLst>
              <a:path w="2550985" h="6858000" extrusionOk="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-9415" y="0"/>
            <a:ext cx="2548591" cy="2555628"/>
          </a:xfrm>
          <a:custGeom>
            <a:avLst/>
            <a:gdLst/>
            <a:ahLst/>
            <a:cxnLst/>
            <a:rect l="l" t="t" r="r" b="b"/>
            <a:pathLst>
              <a:path w="2548591" h="2555628" extrusionOk="0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17" descr="preencoded.png"/>
          <p:cNvSpPr/>
          <p:nvPr/>
        </p:nvSpPr>
        <p:spPr>
          <a:xfrm>
            <a:off x="2543868" y="0"/>
            <a:ext cx="2560340" cy="2560340"/>
          </a:xfrm>
          <a:custGeom>
            <a:avLst/>
            <a:gdLst/>
            <a:ahLst/>
            <a:cxnLst/>
            <a:rect l="l" t="t" r="r" b="b"/>
            <a:pathLst>
              <a:path w="2560340" h="2560340" extrusionOk="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17"/>
          <p:cNvSpPr/>
          <p:nvPr/>
        </p:nvSpPr>
        <p:spPr>
          <a:xfrm flipH="1">
            <a:off x="2535251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17"/>
          <p:cNvSpPr/>
          <p:nvPr/>
        </p:nvSpPr>
        <p:spPr>
          <a:xfrm flipH="1">
            <a:off x="-10617" y="4308466"/>
            <a:ext cx="2550984" cy="2560441"/>
          </a:xfrm>
          <a:custGeom>
            <a:avLst/>
            <a:gdLst/>
            <a:ahLst/>
            <a:cxnLst/>
            <a:rect l="l" t="t" r="r" b="b"/>
            <a:pathLst>
              <a:path w="1079" h="1083" extrusionOk="0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4">
  <p:cSld name="Team x4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9" name="Google Shape;89;p18"/>
          <p:cNvSpPr>
            <a:spLocks noGrp="1"/>
          </p:cNvSpPr>
          <p:nvPr>
            <p:ph type="pic" idx="2"/>
          </p:nvPr>
        </p:nvSpPr>
        <p:spPr>
          <a:xfrm>
            <a:off x="758905" y="2392023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0" name="Google Shape;90;p18"/>
          <p:cNvSpPr txBox="1">
            <a:spLocks noGrp="1"/>
          </p:cNvSpPr>
          <p:nvPr>
            <p:ph type="body" idx="1"/>
          </p:nvPr>
        </p:nvSpPr>
        <p:spPr>
          <a:xfrm>
            <a:off x="758905" y="4989515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3"/>
          </p:nvPr>
        </p:nvSpPr>
        <p:spPr>
          <a:xfrm>
            <a:off x="916885" y="5599755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>
            <a:spLocks noGrp="1"/>
          </p:cNvSpPr>
          <p:nvPr>
            <p:ph type="pic" idx="4"/>
          </p:nvPr>
        </p:nvSpPr>
        <p:spPr>
          <a:xfrm>
            <a:off x="3517361" y="2392619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3" name="Google Shape;93;p18"/>
          <p:cNvSpPr txBox="1">
            <a:spLocks noGrp="1"/>
          </p:cNvSpPr>
          <p:nvPr>
            <p:ph type="body" idx="5"/>
          </p:nvPr>
        </p:nvSpPr>
        <p:spPr>
          <a:xfrm>
            <a:off x="3516747" y="4990111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6"/>
          </p:nvPr>
        </p:nvSpPr>
        <p:spPr>
          <a:xfrm>
            <a:off x="3674073" y="5600351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>
            <a:spLocks noGrp="1"/>
          </p:cNvSpPr>
          <p:nvPr>
            <p:ph type="pic" idx="7"/>
          </p:nvPr>
        </p:nvSpPr>
        <p:spPr>
          <a:xfrm>
            <a:off x="6275817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6" name="Google Shape;96;p18"/>
          <p:cNvSpPr txBox="1">
            <a:spLocks noGrp="1"/>
          </p:cNvSpPr>
          <p:nvPr>
            <p:ph type="body" idx="8"/>
          </p:nvPr>
        </p:nvSpPr>
        <p:spPr>
          <a:xfrm>
            <a:off x="6274589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8"/>
          <p:cNvSpPr txBox="1">
            <a:spLocks noGrp="1"/>
          </p:cNvSpPr>
          <p:nvPr>
            <p:ph type="body" idx="9"/>
          </p:nvPr>
        </p:nvSpPr>
        <p:spPr>
          <a:xfrm>
            <a:off x="6432529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8"/>
          <p:cNvSpPr>
            <a:spLocks noGrp="1"/>
          </p:cNvSpPr>
          <p:nvPr>
            <p:ph type="pic" idx="13"/>
          </p:nvPr>
        </p:nvSpPr>
        <p:spPr>
          <a:xfrm>
            <a:off x="9034272" y="2393215"/>
            <a:ext cx="2596896" cy="2596896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99" name="Google Shape;99;p18"/>
          <p:cNvSpPr txBox="1">
            <a:spLocks noGrp="1"/>
          </p:cNvSpPr>
          <p:nvPr>
            <p:ph type="body" idx="14"/>
          </p:nvPr>
        </p:nvSpPr>
        <p:spPr>
          <a:xfrm>
            <a:off x="9032431" y="4990707"/>
            <a:ext cx="2598737" cy="11096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2743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5"/>
          </p:nvPr>
        </p:nvSpPr>
        <p:spPr>
          <a:xfrm>
            <a:off x="9190984" y="5600947"/>
            <a:ext cx="228347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x8">
  <p:cSld name="Team x8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9"/>
          <p:cNvSpPr>
            <a:spLocks noGrp="1"/>
          </p:cNvSpPr>
          <p:nvPr>
            <p:ph type="pic" idx="2"/>
          </p:nvPr>
        </p:nvSpPr>
        <p:spPr>
          <a:xfrm>
            <a:off x="1271016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1271016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3"/>
          </p:nvPr>
        </p:nvSpPr>
        <p:spPr>
          <a:xfrm>
            <a:off x="1271016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9"/>
          <p:cNvSpPr>
            <a:spLocks noGrp="1"/>
          </p:cNvSpPr>
          <p:nvPr>
            <p:ph type="pic" idx="4"/>
          </p:nvPr>
        </p:nvSpPr>
        <p:spPr>
          <a:xfrm>
            <a:off x="1271016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09" name="Google Shape;109;p19"/>
          <p:cNvSpPr txBox="1">
            <a:spLocks noGrp="1"/>
          </p:cNvSpPr>
          <p:nvPr>
            <p:ph type="body" idx="5"/>
          </p:nvPr>
        </p:nvSpPr>
        <p:spPr>
          <a:xfrm>
            <a:off x="1271016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6"/>
          </p:nvPr>
        </p:nvSpPr>
        <p:spPr>
          <a:xfrm>
            <a:off x="1271016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19"/>
          <p:cNvSpPr>
            <a:spLocks noGrp="1"/>
          </p:cNvSpPr>
          <p:nvPr>
            <p:ph type="pic" idx="7"/>
          </p:nvPr>
        </p:nvSpPr>
        <p:spPr>
          <a:xfrm>
            <a:off x="3828288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2" name="Google Shape;112;p19"/>
          <p:cNvSpPr txBox="1">
            <a:spLocks noGrp="1"/>
          </p:cNvSpPr>
          <p:nvPr>
            <p:ph type="body" idx="8"/>
          </p:nvPr>
        </p:nvSpPr>
        <p:spPr>
          <a:xfrm>
            <a:off x="3828288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body" idx="9"/>
          </p:nvPr>
        </p:nvSpPr>
        <p:spPr>
          <a:xfrm>
            <a:off x="3828288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19"/>
          <p:cNvSpPr>
            <a:spLocks noGrp="1"/>
          </p:cNvSpPr>
          <p:nvPr>
            <p:ph type="pic" idx="13"/>
          </p:nvPr>
        </p:nvSpPr>
        <p:spPr>
          <a:xfrm>
            <a:off x="3828288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5" name="Google Shape;115;p19"/>
          <p:cNvSpPr txBox="1">
            <a:spLocks noGrp="1"/>
          </p:cNvSpPr>
          <p:nvPr>
            <p:ph type="body" idx="14"/>
          </p:nvPr>
        </p:nvSpPr>
        <p:spPr>
          <a:xfrm>
            <a:off x="3828288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15"/>
          </p:nvPr>
        </p:nvSpPr>
        <p:spPr>
          <a:xfrm>
            <a:off x="3828288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>
            <a:spLocks noGrp="1"/>
          </p:cNvSpPr>
          <p:nvPr>
            <p:ph type="pic" idx="16"/>
          </p:nvPr>
        </p:nvSpPr>
        <p:spPr>
          <a:xfrm>
            <a:off x="6385560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18" name="Google Shape;118;p19"/>
          <p:cNvSpPr txBox="1">
            <a:spLocks noGrp="1"/>
          </p:cNvSpPr>
          <p:nvPr>
            <p:ph type="body" idx="17"/>
          </p:nvPr>
        </p:nvSpPr>
        <p:spPr>
          <a:xfrm>
            <a:off x="6385560" y="3191256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18"/>
          </p:nvPr>
        </p:nvSpPr>
        <p:spPr>
          <a:xfrm>
            <a:off x="6385560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>
            <a:spLocks noGrp="1"/>
          </p:cNvSpPr>
          <p:nvPr>
            <p:ph type="pic" idx="19"/>
          </p:nvPr>
        </p:nvSpPr>
        <p:spPr>
          <a:xfrm>
            <a:off x="6385560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1" name="Google Shape;121;p19"/>
          <p:cNvSpPr txBox="1">
            <a:spLocks noGrp="1"/>
          </p:cNvSpPr>
          <p:nvPr>
            <p:ph type="body" idx="20"/>
          </p:nvPr>
        </p:nvSpPr>
        <p:spPr>
          <a:xfrm>
            <a:off x="6385560" y="5790184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1"/>
          </p:nvPr>
        </p:nvSpPr>
        <p:spPr>
          <a:xfrm>
            <a:off x="6385560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>
            <a:spLocks noGrp="1"/>
          </p:cNvSpPr>
          <p:nvPr>
            <p:ph type="pic" idx="22"/>
          </p:nvPr>
        </p:nvSpPr>
        <p:spPr>
          <a:xfrm>
            <a:off x="8942832" y="1545336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4" name="Google Shape;124;p19"/>
          <p:cNvSpPr txBox="1">
            <a:spLocks noGrp="1"/>
          </p:cNvSpPr>
          <p:nvPr>
            <p:ph type="body" idx="23"/>
          </p:nvPr>
        </p:nvSpPr>
        <p:spPr>
          <a:xfrm>
            <a:off x="8942832" y="3191256"/>
            <a:ext cx="2029968" cy="694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body" idx="24"/>
          </p:nvPr>
        </p:nvSpPr>
        <p:spPr>
          <a:xfrm>
            <a:off x="8942832" y="3616960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>
            <a:spLocks noGrp="1"/>
          </p:cNvSpPr>
          <p:nvPr>
            <p:ph type="pic" idx="25"/>
          </p:nvPr>
        </p:nvSpPr>
        <p:spPr>
          <a:xfrm>
            <a:off x="8942832" y="4144264"/>
            <a:ext cx="2029968" cy="1828800"/>
          </a:xfrm>
          <a:prstGeom prst="rect">
            <a:avLst/>
          </a:prstGeom>
          <a:solidFill>
            <a:srgbClr val="E3E5BC"/>
          </a:solidFill>
          <a:ln>
            <a:noFill/>
          </a:ln>
        </p:spPr>
      </p:sp>
      <p:sp>
        <p:nvSpPr>
          <p:cNvPr id="127" name="Google Shape;127;p19"/>
          <p:cNvSpPr txBox="1">
            <a:spLocks noGrp="1"/>
          </p:cNvSpPr>
          <p:nvPr>
            <p:ph type="body" idx="26"/>
          </p:nvPr>
        </p:nvSpPr>
        <p:spPr>
          <a:xfrm>
            <a:off x="8942832" y="5790184"/>
            <a:ext cx="2029968" cy="69494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155425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body" idx="27"/>
          </p:nvPr>
        </p:nvSpPr>
        <p:spPr>
          <a:xfrm>
            <a:off x="8942832" y="6215888"/>
            <a:ext cx="2029968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Column">
  <p:cSld name="5 Column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685338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5116484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9547629" y="3796480"/>
            <a:ext cx="2011680" cy="15179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39" name="Google Shape;139;p20"/>
          <p:cNvSpPr>
            <a:spLocks noGrp="1"/>
          </p:cNvSpPr>
          <p:nvPr>
            <p:ph type="pic" idx="2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0" name="Google Shape;140;p20"/>
          <p:cNvSpPr txBox="1">
            <a:spLocks noGrp="1"/>
          </p:cNvSpPr>
          <p:nvPr>
            <p:ph type="body" idx="3"/>
          </p:nvPr>
        </p:nvSpPr>
        <p:spPr>
          <a:xfrm>
            <a:off x="731058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4"/>
          </p:nvPr>
        </p:nvSpPr>
        <p:spPr>
          <a:xfrm>
            <a:off x="2900910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2" name="Google Shape;142;p20"/>
          <p:cNvSpPr>
            <a:spLocks noGrp="1"/>
          </p:cNvSpPr>
          <p:nvPr>
            <p:ph type="pic" idx="5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3" name="Google Shape;143;p20"/>
          <p:cNvSpPr txBox="1">
            <a:spLocks noGrp="1"/>
          </p:cNvSpPr>
          <p:nvPr>
            <p:ph type="body" idx="6"/>
          </p:nvPr>
        </p:nvSpPr>
        <p:spPr>
          <a:xfrm>
            <a:off x="2946630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7"/>
          </p:nvPr>
        </p:nvSpPr>
        <p:spPr>
          <a:xfrm>
            <a:off x="5116484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5" name="Google Shape;145;p20"/>
          <p:cNvSpPr>
            <a:spLocks noGrp="1"/>
          </p:cNvSpPr>
          <p:nvPr>
            <p:ph type="pic" idx="8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6" name="Google Shape;146;p20"/>
          <p:cNvSpPr txBox="1">
            <a:spLocks noGrp="1"/>
          </p:cNvSpPr>
          <p:nvPr>
            <p:ph type="body" idx="9"/>
          </p:nvPr>
        </p:nvSpPr>
        <p:spPr>
          <a:xfrm>
            <a:off x="5162204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20"/>
          <p:cNvSpPr txBox="1">
            <a:spLocks noGrp="1"/>
          </p:cNvSpPr>
          <p:nvPr>
            <p:ph type="body" idx="13"/>
          </p:nvPr>
        </p:nvSpPr>
        <p:spPr>
          <a:xfrm>
            <a:off x="7332057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8" name="Google Shape;148;p20"/>
          <p:cNvSpPr>
            <a:spLocks noGrp="1"/>
          </p:cNvSpPr>
          <p:nvPr>
            <p:ph type="pic" idx="14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49" name="Google Shape;149;p20"/>
          <p:cNvSpPr txBox="1">
            <a:spLocks noGrp="1"/>
          </p:cNvSpPr>
          <p:nvPr>
            <p:ph type="body" idx="15"/>
          </p:nvPr>
        </p:nvSpPr>
        <p:spPr>
          <a:xfrm>
            <a:off x="7377777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body" idx="16"/>
          </p:nvPr>
        </p:nvSpPr>
        <p:spPr>
          <a:xfrm>
            <a:off x="9547629" y="2491684"/>
            <a:ext cx="2011680" cy="2825173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1" name="Google Shape;151;p20"/>
          <p:cNvSpPr>
            <a:spLocks noGrp="1"/>
          </p:cNvSpPr>
          <p:nvPr>
            <p:ph type="pic" idx="17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52" name="Google Shape;152;p20"/>
          <p:cNvSpPr txBox="1">
            <a:spLocks noGrp="1"/>
          </p:cNvSpPr>
          <p:nvPr>
            <p:ph type="body" idx="18"/>
          </p:nvPr>
        </p:nvSpPr>
        <p:spPr>
          <a:xfrm>
            <a:off x="9593349" y="3888404"/>
            <a:ext cx="19202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0" y="0"/>
            <a:ext cx="2838450" cy="2857958"/>
          </a:xfrm>
          <a:custGeom>
            <a:avLst/>
            <a:gdLst/>
            <a:ahLst/>
            <a:cxnLst/>
            <a:rect l="l" t="t" r="r" b="b"/>
            <a:pathLst>
              <a:path w="2838450" h="2857958" extrusionOk="0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1" y="-1"/>
            <a:ext cx="1970627" cy="1990267"/>
          </a:xfrm>
          <a:custGeom>
            <a:avLst/>
            <a:gdLst/>
            <a:ahLst/>
            <a:cxnLst/>
            <a:rect l="l" t="t" r="r" b="b"/>
            <a:pathLst>
              <a:path w="1970627" h="1990267" extrusionOk="0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" y="1"/>
            <a:ext cx="1003449" cy="1013015"/>
          </a:xfrm>
          <a:custGeom>
            <a:avLst/>
            <a:gdLst/>
            <a:ahLst/>
            <a:cxnLst/>
            <a:rect l="l" t="t" r="r" b="b"/>
            <a:pathLst>
              <a:path w="1003449" h="1013015" extrusionOk="0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7" name="Google Shape;157;p21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1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1" descr="preencoded.png"/>
          <p:cNvSpPr/>
          <p:nvPr/>
        </p:nvSpPr>
        <p:spPr>
          <a:xfrm>
            <a:off x="1458332" y="590133"/>
            <a:ext cx="775021" cy="775021"/>
          </a:xfrm>
          <a:custGeom>
            <a:avLst/>
            <a:gdLst/>
            <a:ahLst/>
            <a:cxnLst/>
            <a:rect l="l" t="t" r="r" b="b"/>
            <a:pathLst>
              <a:path w="775021" h="775021" extrusionOk="0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0" name="Google Shape;160;p21"/>
          <p:cNvSpPr txBox="1">
            <a:spLocks noGrp="1"/>
          </p:cNvSpPr>
          <p:nvPr>
            <p:ph type="body" idx="1"/>
          </p:nvPr>
        </p:nvSpPr>
        <p:spPr>
          <a:xfrm>
            <a:off x="685338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2"/>
          </p:nvPr>
        </p:nvSpPr>
        <p:spPr>
          <a:xfrm>
            <a:off x="2900911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body" idx="3"/>
          </p:nvPr>
        </p:nvSpPr>
        <p:spPr>
          <a:xfrm>
            <a:off x="5116484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body" idx="4"/>
          </p:nvPr>
        </p:nvSpPr>
        <p:spPr>
          <a:xfrm>
            <a:off x="7332057" y="3017520"/>
            <a:ext cx="1993392" cy="5577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5"/>
          </p:nvPr>
        </p:nvSpPr>
        <p:spPr>
          <a:xfrm>
            <a:off x="9547629" y="3017520"/>
            <a:ext cx="1993392" cy="5577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body" idx="6"/>
          </p:nvPr>
        </p:nvSpPr>
        <p:spPr>
          <a:xfrm>
            <a:off x="685338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body" idx="7"/>
          </p:nvPr>
        </p:nvSpPr>
        <p:spPr>
          <a:xfrm>
            <a:off x="2900911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8"/>
          </p:nvPr>
        </p:nvSpPr>
        <p:spPr>
          <a:xfrm>
            <a:off x="5116484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body" idx="9"/>
          </p:nvPr>
        </p:nvSpPr>
        <p:spPr>
          <a:xfrm>
            <a:off x="7332057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body" idx="13"/>
          </p:nvPr>
        </p:nvSpPr>
        <p:spPr>
          <a:xfrm>
            <a:off x="9547629" y="4745736"/>
            <a:ext cx="1993392" cy="79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70" name="Google Shape;170;p21"/>
          <p:cNvCxnSpPr/>
          <p:nvPr/>
        </p:nvCxnSpPr>
        <p:spPr>
          <a:xfrm>
            <a:off x="739398" y="4187681"/>
            <a:ext cx="10812360" cy="0"/>
          </a:xfrm>
          <a:prstGeom prst="straightConnector1">
            <a:avLst/>
          </a:prstGeom>
          <a:noFill/>
          <a:ln w="12700" cap="flat" cmpd="sng">
            <a:solidFill>
              <a:srgbClr val="F1D0D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4" name="Google Shape;174;p22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2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6" name="Google Shape;176;p22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77" name="Google Shape;17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body" idx="2"/>
          </p:nvPr>
        </p:nvSpPr>
        <p:spPr>
          <a:xfrm>
            <a:off x="368503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body" idx="3"/>
          </p:nvPr>
        </p:nvSpPr>
        <p:spPr>
          <a:xfrm>
            <a:off x="8046720" y="2330704"/>
            <a:ext cx="3822192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4"/>
          </p:nvPr>
        </p:nvSpPr>
        <p:spPr>
          <a:xfrm>
            <a:off x="7754112" y="2877312"/>
            <a:ext cx="374192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23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8" name="Google Shape;188;p23"/>
          <p:cNvSpPr>
            <a:spLocks noGrp="1"/>
          </p:cNvSpPr>
          <p:nvPr>
            <p:ph type="pic" idx="2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</p:sp>
      <p:sp>
        <p:nvSpPr>
          <p:cNvPr id="189" name="Google Shape;189;p23"/>
          <p:cNvSpPr txBox="1">
            <a:spLocks noGrp="1"/>
          </p:cNvSpPr>
          <p:nvPr>
            <p:ph type="body" idx="3"/>
          </p:nvPr>
        </p:nvSpPr>
        <p:spPr>
          <a:xfrm>
            <a:off x="992124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3"/>
          <p:cNvSpPr txBox="1">
            <a:spLocks noGrp="1"/>
          </p:cNvSpPr>
          <p:nvPr>
            <p:ph type="body" idx="4"/>
          </p:nvPr>
        </p:nvSpPr>
        <p:spPr>
          <a:xfrm>
            <a:off x="4443984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1" name="Google Shape;191;p23"/>
          <p:cNvSpPr>
            <a:spLocks noGrp="1"/>
          </p:cNvSpPr>
          <p:nvPr>
            <p:ph type="pic" idx="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92" name="Google Shape;192;p23"/>
          <p:cNvSpPr txBox="1">
            <a:spLocks noGrp="1"/>
          </p:cNvSpPr>
          <p:nvPr>
            <p:ph type="body" idx="6"/>
          </p:nvPr>
        </p:nvSpPr>
        <p:spPr>
          <a:xfrm>
            <a:off x="4722876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23"/>
          <p:cNvSpPr txBox="1">
            <a:spLocks noGrp="1"/>
          </p:cNvSpPr>
          <p:nvPr>
            <p:ph type="body" idx="7"/>
          </p:nvPr>
        </p:nvSpPr>
        <p:spPr>
          <a:xfrm>
            <a:off x="8092440" y="2743200"/>
            <a:ext cx="3328416" cy="3557016"/>
          </a:xfrm>
          <a:prstGeom prst="rect">
            <a:avLst/>
          </a:prstGeom>
          <a:noFill/>
          <a:ln w="127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6858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4" name="Google Shape;194;p23"/>
          <p:cNvSpPr>
            <a:spLocks noGrp="1"/>
          </p:cNvSpPr>
          <p:nvPr>
            <p:ph type="pic" idx="8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95" name="Google Shape;195;p23"/>
          <p:cNvSpPr txBox="1">
            <a:spLocks noGrp="1"/>
          </p:cNvSpPr>
          <p:nvPr>
            <p:ph type="body" idx="9"/>
          </p:nvPr>
        </p:nvSpPr>
        <p:spPr>
          <a:xfrm>
            <a:off x="8371332" y="3950208"/>
            <a:ext cx="2770632" cy="2206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Arial"/>
              <a:buChar char="•"/>
              <a:defRPr sz="15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 descr="preencoded.png"/>
          <p:cNvSpPr/>
          <p:nvPr/>
        </p:nvSpPr>
        <p:spPr>
          <a:xfrm>
            <a:off x="-5568" y="-2784"/>
            <a:ext cx="3443288" cy="6891337"/>
          </a:xfrm>
          <a:custGeom>
            <a:avLst/>
            <a:gdLst/>
            <a:ahLst/>
            <a:cxnLst/>
            <a:rect l="l" t="t" r="r" b="b"/>
            <a:pathLst>
              <a:path w="3443288" h="6891337" extrusionOk="0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198" name="Google Shape;198;p24" descr="preencod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/>
          <p:nvPr/>
        </p:nvSpPr>
        <p:spPr>
          <a:xfrm>
            <a:off x="1721621" y="-2784"/>
            <a:ext cx="1716115" cy="1720853"/>
          </a:xfrm>
          <a:custGeom>
            <a:avLst/>
            <a:gdLst/>
            <a:ahLst/>
            <a:cxnLst/>
            <a:rect l="l" t="t" r="r" b="b"/>
            <a:pathLst>
              <a:path w="1716115" h="1720853" extrusionOk="0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0" name="Google Shape;200;p24" descr="preencoded.png"/>
          <p:cNvSpPr/>
          <p:nvPr/>
        </p:nvSpPr>
        <p:spPr>
          <a:xfrm>
            <a:off x="-5568" y="3440504"/>
            <a:ext cx="3443288" cy="3448050"/>
          </a:xfrm>
          <a:custGeom>
            <a:avLst/>
            <a:gdLst/>
            <a:ahLst/>
            <a:cxnLst/>
            <a:rect l="l" t="t" r="r" b="b"/>
            <a:pathLst>
              <a:path w="3443288" h="3448050" extrusionOk="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01" name="Google Shape;201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4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24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368503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24"/>
          <p:cNvSpPr txBox="1">
            <a:spLocks noGrp="1"/>
          </p:cNvSpPr>
          <p:nvPr>
            <p:ph type="body" idx="2"/>
          </p:nvPr>
        </p:nvSpPr>
        <p:spPr>
          <a:xfrm>
            <a:off x="7754112" y="2255520"/>
            <a:ext cx="3741928" cy="4306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3238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500"/>
              <a:buChar char="•"/>
              <a:defRPr sz="1500"/>
            </a:lvl1pPr>
            <a:lvl2pPr marL="914400" lvl="1" indent="-31115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300"/>
              <a:buChar char="•"/>
              <a:defRPr sz="1300"/>
            </a:lvl2pPr>
            <a:lvl3pPr marL="1371600" lvl="2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Char char="•"/>
              <a:defRPr sz="12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09" name="Google Shape;209;p25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0" name="Google Shape;210;p25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5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2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/>
          <p:nvPr/>
        </p:nvSpPr>
        <p:spPr>
          <a:xfrm>
            <a:off x="1" y="0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5" name="Google Shape;215;p26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16" name="Google Shape;216;p26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6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0" name="Google Shape;220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/>
          <p:nvPr/>
        </p:nvSpPr>
        <p:spPr>
          <a:xfrm rot="10800000">
            <a:off x="9949173" y="4755034"/>
            <a:ext cx="2242827" cy="2102966"/>
          </a:xfrm>
          <a:custGeom>
            <a:avLst/>
            <a:gdLst/>
            <a:ahLst/>
            <a:cxnLst/>
            <a:rect l="l" t="t" r="r" b="b"/>
            <a:pathLst>
              <a:path w="2242827" h="2102966" extrusionOk="0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27" name="Google Shape;227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5234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  <a:defRPr sz="44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ftr" idx="11"/>
          </p:nvPr>
        </p:nvSpPr>
        <p:spPr>
          <a:xfrm>
            <a:off x="621792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SfMFcQx6WQi9HOh3Dogrmg-IntD5qZ9P?usp=sharin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linkedin.com/in/muhamad-bayu-faday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>
            <a:spLocks noGrp="1"/>
          </p:cNvSpPr>
          <p:nvPr>
            <p:ph type="ctrTitle"/>
          </p:nvPr>
        </p:nvSpPr>
        <p:spPr>
          <a:xfrm>
            <a:off x="2642695" y="1859120"/>
            <a:ext cx="7117321" cy="1225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/>
          <a:p>
            <a:pPr marL="0" lvl="0" indent="0" algn="ctr" rtl="0">
              <a:lnSpc>
                <a:spcPct val="143382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Arial Black"/>
              <a:buNone/>
            </a:pPr>
            <a:r>
              <a:rPr lang="en-US" sz="3400" dirty="0"/>
              <a:t>MOBILE APPS DEVELOPER BANK MANDIRI</a:t>
            </a:r>
            <a:br>
              <a:rPr lang="en-US" sz="3400" dirty="0"/>
            </a:br>
            <a:endParaRPr sz="3400" dirty="0"/>
          </a:p>
        </p:txBody>
      </p:sp>
      <p:sp>
        <p:nvSpPr>
          <p:cNvPr id="237" name="Google Shape;237;p1"/>
          <p:cNvSpPr txBox="1">
            <a:spLocks noGrp="1"/>
          </p:cNvSpPr>
          <p:nvPr>
            <p:ph type="subTitle" idx="1"/>
          </p:nvPr>
        </p:nvSpPr>
        <p:spPr>
          <a:xfrm>
            <a:off x="4349495" y="3483864"/>
            <a:ext cx="3862349" cy="878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Muhamad Bayu Fadayan</a:t>
            </a:r>
            <a:endParaRPr dirty="0"/>
          </a:p>
        </p:txBody>
      </p:sp>
      <p:pic>
        <p:nvPicPr>
          <p:cNvPr id="238" name="Google Shape;23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"/>
          <p:cNvSpPr txBox="1"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CONTENT</a:t>
            </a:r>
            <a:endParaRPr sz="4400" b="1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44" name="Google Shape;244;p2"/>
          <p:cNvSpPr txBox="1">
            <a:spLocks noGrp="1"/>
          </p:cNvSpPr>
          <p:nvPr>
            <p:ph type="body" idx="1"/>
          </p:nvPr>
        </p:nvSpPr>
        <p:spPr>
          <a:xfrm>
            <a:off x="1499616" y="2770632"/>
            <a:ext cx="5693664" cy="3122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Introduction​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About Task 5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Demo Application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​Summary​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endParaRPr dirty="0"/>
          </a:p>
        </p:txBody>
      </p:sp>
      <p:pic>
        <p:nvPicPr>
          <p:cNvPr id="245" name="Google Shape;24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"/>
          <p:cNvSpPr txBox="1">
            <a:spLocks noGrp="1"/>
          </p:cNvSpPr>
          <p:nvPr>
            <p:ph type="title"/>
          </p:nvPr>
        </p:nvSpPr>
        <p:spPr>
          <a:xfrm>
            <a:off x="4224528" y="1593088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251" name="Google Shape;251;p3"/>
          <p:cNvSpPr txBox="1">
            <a:spLocks noGrp="1"/>
          </p:cNvSpPr>
          <p:nvPr>
            <p:ph type="body" idx="1"/>
          </p:nvPr>
        </p:nvSpPr>
        <p:spPr>
          <a:xfrm>
            <a:off x="4224528" y="2564384"/>
            <a:ext cx="6766560" cy="270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spcBef>
                <a:spcPts val="0"/>
              </a:spcBef>
            </a:pPr>
            <a:r>
              <a:rPr lang="en-ID" sz="2400" dirty="0"/>
              <a:t>Saya </a:t>
            </a:r>
            <a:r>
              <a:rPr lang="en-ID" sz="2400" b="1" dirty="0"/>
              <a:t>Muhamad Bayu Fadayan (Bayu)</a:t>
            </a:r>
            <a:r>
              <a:rPr lang="en-ID" sz="2400" dirty="0"/>
              <a:t>, </a:t>
            </a:r>
            <a:r>
              <a:rPr lang="en-ID" sz="2400" dirty="0" err="1"/>
              <a:t>mahasiswa</a:t>
            </a:r>
            <a:r>
              <a:rPr lang="en-ID" sz="2400" dirty="0"/>
              <a:t> </a:t>
            </a:r>
            <a:r>
              <a:rPr lang="en-ID" sz="2400" dirty="0" err="1"/>
              <a:t>tingkat</a:t>
            </a:r>
            <a:r>
              <a:rPr lang="en-ID" sz="2400" dirty="0"/>
              <a:t> </a:t>
            </a:r>
            <a:r>
              <a:rPr lang="en-ID" sz="2400" dirty="0" err="1"/>
              <a:t>akhir</a:t>
            </a:r>
            <a:r>
              <a:rPr lang="en-ID" sz="2400" dirty="0"/>
              <a:t> </a:t>
            </a:r>
            <a:r>
              <a:rPr lang="en-ID" sz="2400" b="1" dirty="0" err="1"/>
              <a:t>Ilmu</a:t>
            </a:r>
            <a:r>
              <a:rPr lang="en-ID" sz="2400" b="1" dirty="0"/>
              <a:t> </a:t>
            </a:r>
            <a:r>
              <a:rPr lang="en-ID" sz="2400" b="1" dirty="0" err="1"/>
              <a:t>Komputer</a:t>
            </a:r>
            <a:r>
              <a:rPr lang="en-ID" sz="2400" dirty="0"/>
              <a:t> di </a:t>
            </a:r>
            <a:r>
              <a:rPr lang="en-ID" sz="2400" b="1" dirty="0" err="1"/>
              <a:t>Universitas</a:t>
            </a:r>
            <a:r>
              <a:rPr lang="en-ID" sz="2400" b="1" dirty="0"/>
              <a:t> </a:t>
            </a:r>
            <a:r>
              <a:rPr lang="en-ID" sz="2400" b="1" dirty="0" err="1"/>
              <a:t>Pakuan</a:t>
            </a:r>
            <a:r>
              <a:rPr lang="en-ID" sz="2400" dirty="0"/>
              <a:t>. Saya </a:t>
            </a:r>
            <a:r>
              <a:rPr lang="en-ID" sz="2400" dirty="0" err="1"/>
              <a:t>mengikuti</a:t>
            </a:r>
            <a:r>
              <a:rPr lang="en-ID" sz="2400" dirty="0"/>
              <a:t> program </a:t>
            </a:r>
            <a:r>
              <a:rPr lang="en-ID" sz="2400" b="1" dirty="0"/>
              <a:t>Bank </a:t>
            </a:r>
            <a:r>
              <a:rPr lang="en-ID" sz="2400" b="1" dirty="0" err="1"/>
              <a:t>Mandiri</a:t>
            </a:r>
            <a:r>
              <a:rPr lang="en-ID" sz="2400" b="1" dirty="0"/>
              <a:t> Mobile Apps Developer Project Based</a:t>
            </a:r>
            <a:r>
              <a:rPr lang="en-ID" sz="2400" dirty="0"/>
              <a:t> di </a:t>
            </a:r>
            <a:r>
              <a:rPr lang="en-ID" sz="2400" dirty="0" err="1"/>
              <a:t>Rakamin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menambah</a:t>
            </a:r>
            <a:r>
              <a:rPr lang="en-ID" sz="2400" dirty="0"/>
              <a:t> skill, </a:t>
            </a:r>
            <a:r>
              <a:rPr lang="en-ID" sz="2400" dirty="0" err="1"/>
              <a:t>portofolio</a:t>
            </a:r>
            <a:r>
              <a:rPr lang="en-ID" sz="2400" dirty="0"/>
              <a:t>, dan </a:t>
            </a:r>
            <a:r>
              <a:rPr lang="en-ID" sz="2400" dirty="0" err="1"/>
              <a:t>belajar</a:t>
            </a:r>
            <a:r>
              <a:rPr lang="en-ID" sz="2400" dirty="0"/>
              <a:t> </a:t>
            </a:r>
            <a:r>
              <a:rPr lang="en-ID" sz="2400" dirty="0" err="1"/>
              <a:t>hal</a:t>
            </a:r>
            <a:r>
              <a:rPr lang="en-ID" sz="2400" dirty="0"/>
              <a:t> </a:t>
            </a:r>
            <a:r>
              <a:rPr lang="en-ID" sz="2400" dirty="0" err="1"/>
              <a:t>baru</a:t>
            </a:r>
            <a:r>
              <a:rPr lang="en-ID" sz="2400" dirty="0"/>
              <a:t>. </a:t>
            </a:r>
            <a:r>
              <a:rPr lang="en-ID" sz="2400" dirty="0" err="1"/>
              <a:t>Minat</a:t>
            </a:r>
            <a:r>
              <a:rPr lang="en-ID" sz="2400" dirty="0"/>
              <a:t> </a:t>
            </a:r>
            <a:r>
              <a:rPr lang="en-ID" sz="2400" dirty="0" err="1"/>
              <a:t>saya</a:t>
            </a:r>
            <a:r>
              <a:rPr lang="en-ID" sz="2400" dirty="0"/>
              <a:t> di </a:t>
            </a:r>
            <a:r>
              <a:rPr lang="en-ID" sz="2400" b="1" dirty="0"/>
              <a:t>Mobile/Android Development</a:t>
            </a:r>
            <a:r>
              <a:rPr lang="en-ID" sz="2400" dirty="0"/>
              <a:t>, </a:t>
            </a:r>
            <a:r>
              <a:rPr lang="en-ID" sz="2400" dirty="0" err="1"/>
              <a:t>khususnya</a:t>
            </a:r>
            <a:r>
              <a:rPr lang="en-ID" sz="2400" dirty="0"/>
              <a:t> </a:t>
            </a:r>
            <a:r>
              <a:rPr lang="en-ID" sz="2400" b="1" dirty="0"/>
              <a:t>Kotlin</a:t>
            </a:r>
            <a:r>
              <a:rPr lang="en-ID" sz="2400" dirty="0"/>
              <a:t> dan </a:t>
            </a:r>
            <a:r>
              <a:rPr lang="en-ID" sz="2400" dirty="0" err="1"/>
              <a:t>integrasi</a:t>
            </a:r>
            <a:r>
              <a:rPr lang="en-ID" sz="2400" dirty="0"/>
              <a:t> </a:t>
            </a:r>
            <a:r>
              <a:rPr lang="en-ID" sz="2400" b="1" dirty="0"/>
              <a:t>API</a:t>
            </a:r>
            <a:r>
              <a:rPr lang="en-ID" sz="2400" dirty="0"/>
              <a:t>.</a:t>
            </a:r>
            <a:endParaRPr sz="2300" dirty="0"/>
          </a:p>
        </p:txBody>
      </p:sp>
      <p:sp>
        <p:nvSpPr>
          <p:cNvPr id="252" name="Google Shape;252;p3"/>
          <p:cNvSpPr txBox="1">
            <a:spLocks noGrp="1"/>
          </p:cNvSpPr>
          <p:nvPr>
            <p:ph type="ftr" idx="11"/>
          </p:nvPr>
        </p:nvSpPr>
        <p:spPr>
          <a:xfrm>
            <a:off x="4224528" y="4572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Final Project Virtual Internship: News App</a:t>
            </a:r>
            <a:endParaRPr dirty="0"/>
          </a:p>
        </p:txBody>
      </p:sp>
      <p:sp>
        <p:nvSpPr>
          <p:cNvPr id="253" name="Google Shape;253;p3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254" name="Google Shape;254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"/>
          <p:cNvSpPr txBox="1">
            <a:spLocks noGrp="1"/>
          </p:cNvSpPr>
          <p:nvPr>
            <p:ph type="title"/>
          </p:nvPr>
        </p:nvSpPr>
        <p:spPr>
          <a:xfrm>
            <a:off x="402336" y="638726"/>
            <a:ext cx="5693664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4400" b="1" dirty="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TENTANG TASK 5</a:t>
            </a:r>
            <a:endParaRPr sz="4400" b="1" dirty="0">
              <a:solidFill>
                <a:schemeClr val="accent6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0" name="Google Shape;260;p4"/>
          <p:cNvSpPr txBox="1">
            <a:spLocks noGrp="1"/>
          </p:cNvSpPr>
          <p:nvPr>
            <p:ph type="body" idx="1"/>
          </p:nvPr>
        </p:nvSpPr>
        <p:spPr>
          <a:xfrm>
            <a:off x="788416" y="1682061"/>
            <a:ext cx="5693664" cy="5052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Output: </a:t>
            </a:r>
            <a:r>
              <a:rPr lang="en-US" sz="2000" dirty="0"/>
              <a:t>News App “</a:t>
            </a:r>
            <a:r>
              <a:rPr lang="en-US" sz="2000" dirty="0" err="1"/>
              <a:t>BayNews</a:t>
            </a:r>
            <a:r>
              <a:rPr lang="en-US" sz="2000" dirty="0"/>
              <a:t>” (Kotlin + Jetpack Compose)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000" b="1" dirty="0"/>
              <a:t>Data Source: </a:t>
            </a:r>
            <a:r>
              <a:rPr lang="en-US" sz="2000" dirty="0" err="1"/>
              <a:t>NewsAPI</a:t>
            </a:r>
            <a:r>
              <a:rPr lang="en-US" sz="2000" dirty="0"/>
              <a:t> (Base URL: newsapi.org)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v2/top-headlines (category, </a:t>
            </a:r>
            <a:r>
              <a:rPr lang="en-US" dirty="0" err="1"/>
              <a:t>pageSize</a:t>
            </a:r>
            <a:r>
              <a:rPr lang="en-US" dirty="0"/>
              <a:t>, </a:t>
            </a:r>
            <a:r>
              <a:rPr lang="en-US" dirty="0" err="1"/>
              <a:t>apiKey</a:t>
            </a:r>
            <a:r>
              <a:rPr lang="en-US" dirty="0"/>
              <a:t>)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v2/everything (q, page, </a:t>
            </a:r>
            <a:r>
              <a:rPr lang="en-US" dirty="0" err="1"/>
              <a:t>pageSize</a:t>
            </a:r>
            <a:r>
              <a:rPr lang="en-US" dirty="0"/>
              <a:t>, </a:t>
            </a:r>
            <a:r>
              <a:rPr lang="en-US" dirty="0" err="1"/>
              <a:t>apiKey</a:t>
            </a:r>
            <a:r>
              <a:rPr lang="en-US" dirty="0"/>
              <a:t>)</a:t>
            </a:r>
          </a:p>
          <a:p>
            <a:pPr marL="571500" lvl="0" indent="-342900">
              <a:buFont typeface="Arial" panose="020B0604020202020204" pitchFamily="34" charset="0"/>
              <a:buChar char="•"/>
            </a:pPr>
            <a:r>
              <a:rPr lang="en-US" sz="2000" b="1" dirty="0" err="1"/>
              <a:t>Fitur</a:t>
            </a:r>
            <a:r>
              <a:rPr lang="en-US" sz="2000" b="1" dirty="0"/>
              <a:t> yang dibuat: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sz="1800" dirty="0"/>
              <a:t>Headline section + list berita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sz="1800" dirty="0"/>
              <a:t>Detail berita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sz="1800" dirty="0"/>
              <a:t>Infinite/Endless scrolling (pagination)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sz="1800" dirty="0"/>
              <a:t>Loading / empty / error state</a:t>
            </a:r>
          </a:p>
          <a:p>
            <a:pPr marL="800100" lvl="1" indent="-342900" algn="just">
              <a:buSzPts val="1400"/>
              <a:buFont typeface="Arial" panose="020B0604020202020204" pitchFamily="34" charset="0"/>
              <a:buChar char="•"/>
            </a:pPr>
            <a:r>
              <a:rPr lang="en-US" sz="1800" dirty="0"/>
              <a:t>Tambahan: Splash Screen &amp; Profile Page</a:t>
            </a:r>
          </a:p>
        </p:txBody>
      </p:sp>
      <p:pic>
        <p:nvPicPr>
          <p:cNvPr id="261" name="Google Shape;26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19BB774-1858-416F-A396-AC226D685737}"/>
              </a:ext>
            </a:extLst>
          </p:cNvPr>
          <p:cNvGrpSpPr/>
          <p:nvPr/>
        </p:nvGrpSpPr>
        <p:grpSpPr>
          <a:xfrm>
            <a:off x="6701050" y="1682061"/>
            <a:ext cx="5088614" cy="4543602"/>
            <a:chOff x="6701050" y="1406823"/>
            <a:chExt cx="5088614" cy="4543602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3011D093-DF8E-4465-BE1A-E5A14E40EE3B}"/>
                </a:ext>
              </a:extLst>
            </p:cNvPr>
            <p:cNvSpPr/>
            <p:nvPr/>
          </p:nvSpPr>
          <p:spPr>
            <a:xfrm>
              <a:off x="6701051" y="1406823"/>
              <a:ext cx="5088613" cy="4543602"/>
            </a:xfrm>
            <a:prstGeom prst="roundRect">
              <a:avLst>
                <a:gd name="adj" fmla="val 416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Google Shape;260;p4">
              <a:extLst>
                <a:ext uri="{FF2B5EF4-FFF2-40B4-BE49-F238E27FC236}">
                  <a16:creationId xmlns:a16="http://schemas.microsoft.com/office/drawing/2014/main" id="{3735F16B-A131-40CA-BEF6-A7CBEE0561DB}"/>
                </a:ext>
              </a:extLst>
            </p:cNvPr>
            <p:cNvSpPr txBox="1">
              <a:spLocks/>
            </p:cNvSpPr>
            <p:nvPr/>
          </p:nvSpPr>
          <p:spPr>
            <a:xfrm>
              <a:off x="6701050" y="1777596"/>
              <a:ext cx="5088613" cy="1946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1pPr>
              <a:lvl2pPr marL="914400" marR="0" lvl="1" indent="-3556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2pPr>
              <a:lvl3pPr marL="1371600" marR="0" lvl="2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9pPr>
            </a:lstStyle>
            <a:p>
              <a:pPr marL="571500" indent="-342900">
                <a:buFont typeface="Arial" panose="020B0604020202020204" pitchFamily="34" charset="0"/>
                <a:buChar char="•"/>
              </a:pPr>
              <a:r>
                <a:rPr lang="en-ID" sz="2000" b="1" dirty="0"/>
                <a:t>Yang </a:t>
              </a:r>
              <a:r>
                <a:rPr lang="en-ID" sz="2000" b="1" dirty="0" err="1"/>
                <a:t>dipelajari</a:t>
              </a:r>
              <a:r>
                <a:rPr lang="en-ID" sz="2000" b="1" dirty="0"/>
                <a:t>: </a:t>
              </a:r>
              <a:r>
                <a:rPr lang="en-ID" sz="2000" dirty="0" err="1"/>
                <a:t>konsumsi</a:t>
              </a:r>
              <a:r>
                <a:rPr lang="en-ID" sz="2000" dirty="0"/>
                <a:t> REST API + parsing JSON, pagination, UI list/detail, debugging &amp; handling error network</a:t>
              </a:r>
              <a:endParaRPr lang="en-US" sz="2000" dirty="0"/>
            </a:p>
          </p:txBody>
        </p:sp>
        <p:sp>
          <p:nvSpPr>
            <p:cNvPr id="7" name="Google Shape;260;p4">
              <a:extLst>
                <a:ext uri="{FF2B5EF4-FFF2-40B4-BE49-F238E27FC236}">
                  <a16:creationId xmlns:a16="http://schemas.microsoft.com/office/drawing/2014/main" id="{29D54901-CDC0-45B6-AC0E-DEC1964BB6C7}"/>
                </a:ext>
              </a:extLst>
            </p:cNvPr>
            <p:cNvSpPr txBox="1">
              <a:spLocks/>
            </p:cNvSpPr>
            <p:nvPr/>
          </p:nvSpPr>
          <p:spPr>
            <a:xfrm>
              <a:off x="6701051" y="3462277"/>
              <a:ext cx="5088613" cy="1946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2286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2400"/>
                <a:buFont typeface="Arial"/>
                <a:buNone/>
                <a:defRPr sz="24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1pPr>
              <a:lvl2pPr marL="914400" marR="0" lvl="1" indent="-3556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2000"/>
                <a:buFont typeface="Arial"/>
                <a:buChar char="•"/>
                <a:defRPr sz="20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2pPr>
              <a:lvl3pPr marL="1371600" marR="0" lvl="2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3pPr>
              <a:lvl4pPr marL="1828800" marR="0" lvl="3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4pPr>
              <a:lvl5pPr marL="2286000" marR="0" lvl="4" indent="-342900" algn="l" rtl="0">
                <a:lnSpc>
                  <a:spcPct val="100000"/>
                </a:lnSpc>
                <a:spcBef>
                  <a:spcPts val="360"/>
                </a:spcBef>
                <a:spcAft>
                  <a:spcPts val="0"/>
                </a:spcAft>
                <a:buClr>
                  <a:schemeClr val="accent6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accent6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5pPr>
              <a:lvl6pPr marL="2743200" marR="0" lvl="5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6pPr>
              <a:lvl7pPr marL="3200400" marR="0" lvl="6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7pPr>
              <a:lvl8pPr marL="3657600" marR="0" lvl="7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8pPr>
              <a:lvl9pPr marL="4114800" marR="0" lvl="8" indent="-342900" algn="l" rtl="0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Char char="•"/>
                <a:defRPr sz="1800" b="0" i="0" u="none" strike="noStrike" cap="none">
                  <a:solidFill>
                    <a:schemeClr val="dk1"/>
                  </a:solidFill>
                  <a:latin typeface="EB Garamond"/>
                  <a:ea typeface="EB Garamond"/>
                  <a:cs typeface="EB Garamond"/>
                  <a:sym typeface="EB Garamond"/>
                </a:defRPr>
              </a:lvl9pPr>
            </a:lstStyle>
            <a:p>
              <a:pPr marL="571500" indent="-342900">
                <a:buFont typeface="Arial" panose="020B0604020202020204" pitchFamily="34" charset="0"/>
                <a:buChar char="•"/>
              </a:pPr>
              <a:r>
                <a:rPr lang="en-ID" sz="2000" b="1" dirty="0" err="1"/>
                <a:t>Tantangan</a:t>
              </a:r>
              <a:r>
                <a:rPr lang="en-ID" sz="2000" b="1" dirty="0"/>
                <a:t>:</a:t>
              </a:r>
              <a:r>
                <a:rPr lang="en-ID" sz="2000" dirty="0"/>
                <a:t> </a:t>
              </a:r>
              <a:r>
                <a:rPr lang="en-ID" sz="2000" dirty="0" err="1"/>
                <a:t>pertama</a:t>
              </a:r>
              <a:r>
                <a:rPr lang="en-ID" sz="2000" dirty="0"/>
                <a:t> kali </a:t>
              </a:r>
              <a:r>
                <a:rPr lang="en-ID" sz="2000" dirty="0" err="1"/>
                <a:t>membangun</a:t>
              </a:r>
              <a:r>
                <a:rPr lang="en-ID" sz="2000" dirty="0"/>
                <a:t> project Kotlin-Compose → </a:t>
              </a:r>
              <a:r>
                <a:rPr lang="en-ID" sz="2000" dirty="0" err="1"/>
                <a:t>belajar</a:t>
              </a:r>
              <a:r>
                <a:rPr lang="en-ID" sz="2000" dirty="0"/>
                <a:t> </a:t>
              </a:r>
              <a:r>
                <a:rPr lang="en-ID" sz="2000" dirty="0" err="1"/>
                <a:t>konsep</a:t>
              </a:r>
              <a:r>
                <a:rPr lang="en-ID" sz="2000" dirty="0"/>
                <a:t> </a:t>
              </a:r>
              <a:r>
                <a:rPr lang="en-ID" sz="2000" dirty="0" err="1"/>
                <a:t>dasar</a:t>
              </a:r>
              <a:r>
                <a:rPr lang="en-ID" sz="2000" dirty="0"/>
                <a:t> Compose, state management, dan </a:t>
              </a:r>
              <a:r>
                <a:rPr lang="en-ID" sz="2000" dirty="0" err="1"/>
                <a:t>konfigurasi</a:t>
              </a:r>
              <a:r>
                <a:rPr lang="en-ID" sz="2000" dirty="0"/>
                <a:t> project (Gradle/dependency)</a:t>
              </a:r>
            </a:p>
          </p:txBody>
        </p:sp>
      </p:grp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"/>
          <p:cNvSpPr txBox="1">
            <a:spLocks noGrp="1"/>
          </p:cNvSpPr>
          <p:nvPr>
            <p:ph type="title"/>
          </p:nvPr>
        </p:nvSpPr>
        <p:spPr>
          <a:xfrm>
            <a:off x="3619672" y="570369"/>
            <a:ext cx="6766560" cy="768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dirty="0"/>
              <a:t>DEMO APLIKASI</a:t>
            </a:r>
            <a:endParaRPr dirty="0"/>
          </a:p>
        </p:txBody>
      </p:sp>
      <p:sp>
        <p:nvSpPr>
          <p:cNvPr id="268" name="Google Shape;268;p5"/>
          <p:cNvSpPr txBox="1">
            <a:spLocks noGrp="1"/>
          </p:cNvSpPr>
          <p:nvPr>
            <p:ph type="ftr" idx="11"/>
          </p:nvPr>
        </p:nvSpPr>
        <p:spPr>
          <a:xfrm>
            <a:off x="3686440" y="3838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Final Project Virtual Internship: News App</a:t>
            </a:r>
          </a:p>
        </p:txBody>
      </p:sp>
      <p:sp>
        <p:nvSpPr>
          <p:cNvPr id="269" name="Google Shape;269;p5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270" name="Google Shape;270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43E6D9-AF0F-4DEE-B930-4F127DEEBC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1941" y="1469820"/>
            <a:ext cx="2268917" cy="5050809"/>
          </a:xfrm>
          <a:prstGeom prst="rect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78E019-0706-472B-AA0A-124704A61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986" y="1470841"/>
            <a:ext cx="2268000" cy="50487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2B9D8E-6BAD-4F34-8493-A10559E758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8481" y="1469820"/>
            <a:ext cx="2268000" cy="50487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D8AE36-ACD2-4F37-81C6-D2BA97947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42078" y="1469820"/>
            <a:ext cx="2268000" cy="50487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B8D0E5-D5ED-4C3D-B71A-26E44C4A91D6}"/>
              </a:ext>
            </a:extLst>
          </p:cNvPr>
          <p:cNvSpPr/>
          <p:nvPr/>
        </p:nvSpPr>
        <p:spPr>
          <a:xfrm>
            <a:off x="3818128" y="3587739"/>
            <a:ext cx="6766500" cy="1376148"/>
          </a:xfrm>
          <a:prstGeom prst="rect">
            <a:avLst/>
          </a:prstGeom>
          <a:solidFill>
            <a:srgbClr val="FBC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275" name="Google Shape;275;g20272df4c00_0_2"/>
          <p:cNvSpPr txBox="1">
            <a:spLocks noGrp="1"/>
          </p:cNvSpPr>
          <p:nvPr>
            <p:ph type="title"/>
          </p:nvPr>
        </p:nvSpPr>
        <p:spPr>
          <a:xfrm>
            <a:off x="3687498" y="2661000"/>
            <a:ext cx="676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5400" dirty="0"/>
              <a:t>LINK VIDEO</a:t>
            </a:r>
            <a:endParaRPr sz="5400" dirty="0"/>
          </a:p>
        </p:txBody>
      </p:sp>
      <p:sp>
        <p:nvSpPr>
          <p:cNvPr id="276" name="Google Shape;276;g20272df4c00_0_2"/>
          <p:cNvSpPr txBox="1">
            <a:spLocks noGrp="1"/>
          </p:cNvSpPr>
          <p:nvPr>
            <p:ph type="body" idx="1"/>
          </p:nvPr>
        </p:nvSpPr>
        <p:spPr>
          <a:xfrm>
            <a:off x="3876184" y="3645794"/>
            <a:ext cx="6766500" cy="1614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 dirty="0"/>
              <a:t>Link Google Drive (APK, Screenshot, dan Video):</a:t>
            </a:r>
          </a:p>
          <a:p>
            <a:pPr marL="0" lv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rgbClr val="66006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https://drive.google.com/drive/folders/1SfMFcQx6WQi9HOh3Dogrmg-IntD5qZ9P?usp=sharing</a:t>
            </a:r>
            <a:r>
              <a:rPr lang="en-US" sz="2000" b="1" dirty="0">
                <a:solidFill>
                  <a:srgbClr val="660066"/>
                </a:solidFill>
              </a:rPr>
              <a:t> </a:t>
            </a:r>
            <a:endParaRPr lang="en-US" sz="2000" b="1" dirty="0"/>
          </a:p>
          <a:p>
            <a:pPr marL="0" indent="0">
              <a:lnSpc>
                <a:spcPct val="115000"/>
              </a:lnSpc>
              <a:spcBef>
                <a:spcPts val="0"/>
              </a:spcBef>
              <a:buClr>
                <a:schemeClr val="dk1"/>
              </a:buClr>
              <a:buSzPts val="1100"/>
            </a:pPr>
            <a:endParaRPr lang="en-US" sz="2000" b="1" dirty="0"/>
          </a:p>
        </p:txBody>
      </p:sp>
      <p:sp>
        <p:nvSpPr>
          <p:cNvPr id="277" name="Google Shape;277;g20272df4c00_0_2"/>
          <p:cNvSpPr txBox="1">
            <a:spLocks noGrp="1"/>
          </p:cNvSpPr>
          <p:nvPr>
            <p:ph type="ftr" idx="11"/>
          </p:nvPr>
        </p:nvSpPr>
        <p:spPr>
          <a:xfrm>
            <a:off x="4224528" y="457200"/>
            <a:ext cx="3200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Presentation title</a:t>
            </a:r>
            <a:endParaRPr/>
          </a:p>
        </p:txBody>
      </p:sp>
      <p:sp>
        <p:nvSpPr>
          <p:cNvPr id="278" name="Google Shape;278;g20272df4c00_0_2"/>
          <p:cNvSpPr txBox="1">
            <a:spLocks noGrp="1"/>
          </p:cNvSpPr>
          <p:nvPr>
            <p:ph type="sldNum" idx="12"/>
          </p:nvPr>
        </p:nvSpPr>
        <p:spPr>
          <a:xfrm>
            <a:off x="10945368" y="457200"/>
            <a:ext cx="987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279" name="Google Shape;279;g20272df4c00_0_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834704" y="347574"/>
            <a:ext cx="2123774" cy="67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"/>
          <p:cNvSpPr txBox="1">
            <a:spLocks noGrp="1"/>
          </p:cNvSpPr>
          <p:nvPr>
            <p:ph type="ctrTitle"/>
          </p:nvPr>
        </p:nvSpPr>
        <p:spPr>
          <a:xfrm>
            <a:off x="636656" y="2179320"/>
            <a:ext cx="6364951" cy="667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ctr" anchorCtr="0">
            <a:noAutofit/>
          </a:bodyPr>
          <a:lstStyle/>
          <a:p>
            <a:pPr marL="0" lvl="0" indent="0" algn="l" rtl="0">
              <a:lnSpc>
                <a:spcPct val="110795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400"/>
              <a:buFont typeface="Arial Black"/>
              <a:buNone/>
            </a:pPr>
            <a:r>
              <a:rPr lang="en-US" sz="6600" dirty="0"/>
              <a:t>THANK YOU</a:t>
            </a:r>
            <a:endParaRPr sz="6600" dirty="0"/>
          </a:p>
        </p:txBody>
      </p:sp>
      <p:sp>
        <p:nvSpPr>
          <p:cNvPr id="285" name="Google Shape;285;p7"/>
          <p:cNvSpPr txBox="1">
            <a:spLocks noGrp="1"/>
          </p:cNvSpPr>
          <p:nvPr>
            <p:ph type="subTitle" idx="1"/>
          </p:nvPr>
        </p:nvSpPr>
        <p:spPr>
          <a:xfrm>
            <a:off x="636656" y="2978240"/>
            <a:ext cx="4169664" cy="796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bayufadayan@gmail.com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</a:pPr>
            <a:r>
              <a:rPr lang="en-US" dirty="0"/>
              <a:t>0857 1604 2693</a:t>
            </a:r>
          </a:p>
        </p:txBody>
      </p:sp>
      <p:pic>
        <p:nvPicPr>
          <p:cNvPr id="286" name="Google Shape;28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656" y="376126"/>
            <a:ext cx="2993512" cy="8775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85;p7">
            <a:extLst>
              <a:ext uri="{FF2B5EF4-FFF2-40B4-BE49-F238E27FC236}">
                <a16:creationId xmlns:a16="http://schemas.microsoft.com/office/drawing/2014/main" id="{841B9DFC-AC7B-4230-9F0D-85EB4284851E}"/>
              </a:ext>
            </a:extLst>
          </p:cNvPr>
          <p:cNvSpPr txBox="1">
            <a:spLocks/>
          </p:cNvSpPr>
          <p:nvPr/>
        </p:nvSpPr>
        <p:spPr>
          <a:xfrm>
            <a:off x="200950" y="5358204"/>
            <a:ext cx="6161750" cy="1325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marL="914400" marR="0" lvl="1" indent="-3810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marL="1371600" marR="0" lvl="2" indent="-3556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marL="1828800" marR="0" lvl="3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marL="2286000" marR="0" lvl="4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marL="2743200" marR="0" lvl="5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marL="3200400" marR="0" lvl="6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marL="3657600" marR="0" lvl="7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marL="4114800" marR="0" lvl="8" indent="-3429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marL="0" lvl="0" indent="0"/>
            <a:r>
              <a:rPr lang="en-US" sz="1800" dirty="0" err="1"/>
              <a:t>Linkedin</a:t>
            </a:r>
            <a:r>
              <a:rPr lang="en-US" sz="1800" dirty="0"/>
              <a:t>: </a:t>
            </a:r>
            <a:r>
              <a:rPr lang="en-US" sz="1800" dirty="0">
                <a:hlinkClick r:id="rId4"/>
              </a:rPr>
              <a:t>https://www.linkedin.com/in/muhamad-bayu-fadayan</a:t>
            </a:r>
            <a:r>
              <a:rPr lang="en-US" sz="1800" dirty="0"/>
              <a:t> </a:t>
            </a:r>
          </a:p>
          <a:p>
            <a:pPr marL="0" lvl="0" indent="0"/>
            <a:r>
              <a:rPr lang="en-US" sz="1800" dirty="0" err="1"/>
              <a:t>Github</a:t>
            </a:r>
            <a:r>
              <a:rPr lang="en-US" sz="1800" dirty="0"/>
              <a:t>: https://github.com/bayufadayan</a:t>
            </a:r>
          </a:p>
          <a:p>
            <a:pPr marL="0" lvl="0" indent="0"/>
            <a:r>
              <a:rPr lang="en-US" sz="1800" dirty="0"/>
              <a:t>IG: https://www.instagram.com/bayufadayan/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296</Words>
  <Application>Microsoft Office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 Black</vt:lpstr>
      <vt:lpstr>EB Garamond</vt:lpstr>
      <vt:lpstr>Arial</vt:lpstr>
      <vt:lpstr>Office Theme</vt:lpstr>
      <vt:lpstr>MOBILE APPS DEVELOPER BANK MANDIRI </vt:lpstr>
      <vt:lpstr>CONTENT</vt:lpstr>
      <vt:lpstr>INTRODUCTION</vt:lpstr>
      <vt:lpstr>TENTANG TASK 5</vt:lpstr>
      <vt:lpstr>DEMO APLIKASI</vt:lpstr>
      <vt:lpstr>LINK VIDEO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APPS DEVELOPER BANK MANDIRI</dc:title>
  <dc:creator>Fikrullaily Uly Yachsyi - ASD</dc:creator>
  <cp:lastModifiedBy>Pluck EXTRIME</cp:lastModifiedBy>
  <cp:revision>5</cp:revision>
  <dcterms:created xsi:type="dcterms:W3CDTF">2022-12-21T12:51:28Z</dcterms:created>
  <dcterms:modified xsi:type="dcterms:W3CDTF">2025-12-29T15:12:55Z</dcterms:modified>
</cp:coreProperties>
</file>