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13716000" cy="24384000"/>
  <p:embeddedFontLst>
    <p:embeddedFont>
      <p:font typeface="EB Garamond"/>
      <p:regular r:id="rId13"/>
      <p:bold r:id="rId14"/>
      <p:italic r:id="rId15"/>
      <p:boldItalic r:id="rId16"/>
    </p:embeddedFon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A4A3A4"/>
          </p15:clr>
        </p15:guide>
        <p15:guide id="2" pos="456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orient="horz" pos="3264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2136">
          <p15:clr>
            <a:srgbClr val="A4A3A4"/>
          </p15:clr>
        </p15:guide>
        <p15:guide id="7" orient="horz" pos="4008">
          <p15:clr>
            <a:srgbClr val="A4A3A4"/>
          </p15:clr>
        </p15:guide>
        <p15:guide id="8" orient="horz" pos="1152">
          <p15:clr>
            <a:srgbClr val="A4A3A4"/>
          </p15:clr>
        </p15:guide>
        <p15:guide id="9" orient="horz" pos="2352">
          <p15:clr>
            <a:srgbClr val="A4A3A4"/>
          </p15:clr>
        </p15:guide>
        <p15:guide id="10" orient="horz" pos="1512">
          <p15:clr>
            <a:srgbClr val="A4A3A4"/>
          </p15:clr>
        </p15:guide>
        <p15:guide id="11" pos="7680">
          <p15:clr>
            <a:srgbClr val="A4A3A4"/>
          </p15:clr>
        </p15:guide>
        <p15:guide id="12" pos="6696">
          <p15:clr>
            <a:srgbClr val="A4A3A4"/>
          </p15:clr>
        </p15:guide>
        <p15:guide id="13" pos="1008">
          <p15:clr>
            <a:srgbClr val="A4A3A4"/>
          </p15:clr>
        </p15:guide>
        <p15:guide id="14" pos="1584">
          <p15:clr>
            <a:srgbClr val="A4A3A4"/>
          </p15:clr>
        </p15:guide>
        <p15:guide id="15" pos="2136">
          <p15:clr>
            <a:srgbClr val="A4A3A4"/>
          </p15:clr>
        </p15:guide>
        <p15:guide id="16" pos="2760">
          <p15:clr>
            <a:srgbClr val="A4A3A4"/>
          </p15:clr>
        </p15:guide>
        <p15:guide id="17" pos="3288">
          <p15:clr>
            <a:srgbClr val="A4A3A4"/>
          </p15:clr>
        </p15:guide>
        <p15:guide id="18" pos="4032">
          <p15:clr>
            <a:srgbClr val="A4A3A4"/>
          </p15:clr>
        </p15:guide>
        <p15:guide id="19" pos="4392">
          <p15:clr>
            <a:srgbClr val="A4A3A4"/>
          </p15:clr>
        </p15:guide>
        <p15:guide id="20" pos="4944">
          <p15:clr>
            <a:srgbClr val="A4A3A4"/>
          </p15:clr>
        </p15:guide>
        <p15:guide id="21" pos="5544">
          <p15:clr>
            <a:srgbClr val="A4A3A4"/>
          </p15:clr>
        </p15:guide>
        <p15:guide id="22" pos="6072">
          <p15:clr>
            <a:srgbClr val="A4A3A4"/>
          </p15:clr>
        </p15:guide>
        <p15:guide id="23" orient="horz" pos="2448">
          <p15:clr>
            <a:srgbClr val="A4A3A4"/>
          </p15:clr>
        </p15:guide>
        <p15:guide id="24" orient="horz" pos="960">
          <p15:clr>
            <a:srgbClr val="A4A3A4"/>
          </p15:clr>
        </p15:guide>
        <p15:guide id="25" pos="5256">
          <p15:clr>
            <a:srgbClr val="A4A3A4"/>
          </p15:clr>
        </p15:guide>
        <p15:guide id="26" pos="7261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8" roundtripDataSignature="AMtx7mi7xhzGc8szaBXYb2Ja4QgLOQWl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  <p:guide pos="456"/>
        <p:guide pos="2616" orient="horz"/>
        <p:guide pos="3264" orient="horz"/>
        <p:guide pos="6912"/>
        <p:guide pos="2136" orient="horz"/>
        <p:guide pos="4008" orient="horz"/>
        <p:guide pos="1152" orient="horz"/>
        <p:guide pos="2352" orient="horz"/>
        <p:guide pos="1512" orient="horz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pos="2448" orient="horz"/>
        <p:guide pos="960" orient="horz"/>
        <p:guide pos="5256"/>
        <p:guide pos="72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B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italic.fntdata"/><Relationship Id="rId14" Type="http://schemas.openxmlformats.org/officeDocument/2006/relationships/font" Target="fonts/EBGaramond-bold.fntdata"/><Relationship Id="rId17" Type="http://schemas.openxmlformats.org/officeDocument/2006/relationships/font" Target="fonts/ArialBlack-regular.fntdata"/><Relationship Id="rId16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0272df4c00_0_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0272df4c00_0_2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1" name="Google Shape;11;p9"/>
          <p:cNvSpPr/>
          <p:nvPr/>
        </p:nvSpPr>
        <p:spPr>
          <a:xfrm>
            <a:off x="0" y="0"/>
            <a:ext cx="5295900" cy="6877050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1600201" y="1153228"/>
            <a:ext cx="9191625" cy="5704772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2795588" y="0"/>
            <a:ext cx="6803142" cy="5396474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Google Shape;14;p9"/>
          <p:cNvSpPr txBox="1"/>
          <p:nvPr>
            <p:ph type="ctrTitle"/>
          </p:nvPr>
        </p:nvSpPr>
        <p:spPr>
          <a:xfrm>
            <a:off x="3403092" y="1984248"/>
            <a:ext cx="538581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4349496" y="3483864"/>
            <a:ext cx="3493008" cy="87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0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8" name="Google Shape;18;p10"/>
            <p:cNvSpPr/>
            <p:nvPr/>
          </p:nvSpPr>
          <p:spPr>
            <a:xfrm>
              <a:off x="5009037" y="25257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9" name="Google Shape;19;p10"/>
            <p:cNvSpPr/>
            <p:nvPr/>
          </p:nvSpPr>
          <p:spPr>
            <a:xfrm>
              <a:off x="8589536" y="2525712"/>
              <a:ext cx="3589694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0" name="Google Shape;20;p10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21" name="Google Shape;21;p10"/>
            <p:cNvSpPr/>
            <p:nvPr/>
          </p:nvSpPr>
          <p:spPr>
            <a:xfrm>
              <a:off x="5183405" y="26781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>
              <a:off x="8763903" y="2678112"/>
              <a:ext cx="3589695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descr="preencoded.png" id="23" name="Google Shape;23;p10"/>
          <p:cNvSpPr/>
          <p:nvPr/>
        </p:nvSpPr>
        <p:spPr>
          <a:xfrm>
            <a:off x="7642518" y="4577658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" name="Google Shape;24;p10"/>
          <p:cNvSpPr txBox="1"/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/>
          <p:nvPr/>
        </p:nvSpPr>
        <p:spPr>
          <a:xfrm>
            <a:off x="0" y="3427336"/>
            <a:ext cx="3430200" cy="3430665"/>
          </a:xfrm>
          <a:custGeom>
            <a:rect b="b" l="l" r="r" t="t"/>
            <a:pathLst>
              <a:path extrusionOk="0" h="3430665" w="343020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0" y="3427336"/>
            <a:ext cx="3430200" cy="3430665"/>
          </a:xfrm>
          <a:custGeom>
            <a:rect b="b" l="l" r="r" t="t"/>
            <a:pathLst>
              <a:path extrusionOk="0" h="3430665" w="343020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1" y="1"/>
            <a:ext cx="3423785" cy="3437345"/>
          </a:xfrm>
          <a:custGeom>
            <a:rect b="b" l="l" r="r" t="t"/>
            <a:pathLst>
              <a:path extrusionOk="0" h="3437345" w="342378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" name="Google Shape;30;p11"/>
          <p:cNvSpPr txBox="1"/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238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1" y="869"/>
            <a:ext cx="3423785" cy="3436477"/>
          </a:xfrm>
          <a:custGeom>
            <a:rect b="b" l="l" r="r" t="t"/>
            <a:pathLst>
              <a:path extrusionOk="0" h="3436477" w="3423785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6" name="Google Shape;36;p12"/>
          <p:cNvSpPr/>
          <p:nvPr/>
        </p:nvSpPr>
        <p:spPr>
          <a:xfrm>
            <a:off x="8758238" y="-14287"/>
            <a:ext cx="3433763" cy="3452812"/>
          </a:xfrm>
          <a:custGeom>
            <a:rect b="b" l="l" r="r" t="t"/>
            <a:pathLst>
              <a:path extrusionOk="0" h="3452812" w="3433763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37" name="Google Shape;37;p12"/>
          <p:cNvSpPr/>
          <p:nvPr/>
        </p:nvSpPr>
        <p:spPr>
          <a:xfrm>
            <a:off x="8758238" y="3438525"/>
            <a:ext cx="3433763" cy="3433762"/>
          </a:xfrm>
          <a:custGeom>
            <a:rect b="b" l="l" r="r" t="t"/>
            <a:pathLst>
              <a:path extrusionOk="0" h="3433762" w="3433763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38" name="Google Shape;38;p12"/>
          <p:cNvSpPr/>
          <p:nvPr/>
        </p:nvSpPr>
        <p:spPr>
          <a:xfrm flipH="1" rot="10800000">
            <a:off x="9991725" y="1247775"/>
            <a:ext cx="2200275" cy="2181225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39" name="Google Shape;39;p12"/>
          <p:cNvSpPr/>
          <p:nvPr/>
        </p:nvSpPr>
        <p:spPr>
          <a:xfrm flipH="1" rot="10800000">
            <a:off x="-20086" y="4580051"/>
            <a:ext cx="2277948" cy="2277948"/>
          </a:xfrm>
          <a:custGeom>
            <a:rect b="b" l="l" r="r" t="t"/>
            <a:pathLst>
              <a:path extrusionOk="0" h="2277948" w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40" name="Google Shape;4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descr="preencoded.png" id="41" name="Google Shape;41;p12"/>
          <p:cNvSpPr/>
          <p:nvPr/>
        </p:nvSpPr>
        <p:spPr>
          <a:xfrm>
            <a:off x="1707959" y="5667616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2" name="Google Shape;42;p12"/>
          <p:cNvSpPr txBox="1"/>
          <p:nvPr>
            <p:ph type="title"/>
          </p:nvPr>
        </p:nvSpPr>
        <p:spPr>
          <a:xfrm>
            <a:off x="1508760" y="1883664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1508760" y="2837688"/>
            <a:ext cx="5879592" cy="270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238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accent6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/>
        </p:nvSpPr>
        <p:spPr>
          <a:xfrm>
            <a:off x="0" y="0"/>
            <a:ext cx="8948738" cy="68580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48" name="Google Shape;48;p13"/>
          <p:cNvSpPr/>
          <p:nvPr/>
        </p:nvSpPr>
        <p:spPr>
          <a:xfrm>
            <a:off x="7538626" y="13142"/>
            <a:ext cx="4653374" cy="6831717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49" name="Google Shape;4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/>
          <p:nvPr>
            <p:ph type="ctrTitle"/>
          </p:nvPr>
        </p:nvSpPr>
        <p:spPr>
          <a:xfrm>
            <a:off x="1527048" y="1975104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545336" y="2846832"/>
            <a:ext cx="4169664" cy="2176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2062836" y="686475"/>
            <a:ext cx="7774629" cy="6193018"/>
          </a:xfrm>
          <a:custGeom>
            <a:rect b="b" l="l" r="r" t="t"/>
            <a:pathLst>
              <a:path extrusionOk="0" h="6193018" w="7774629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7610252" y="1"/>
            <a:ext cx="2273668" cy="3147998"/>
          </a:xfrm>
          <a:custGeom>
            <a:rect b="b" l="l" r="r" t="t"/>
            <a:pathLst>
              <a:path extrusionOk="0" h="3147998" w="227366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9883919" y="2"/>
            <a:ext cx="2254928" cy="3141557"/>
          </a:xfrm>
          <a:custGeom>
            <a:rect b="b" l="l" r="r" t="t"/>
            <a:pathLst>
              <a:path extrusionOk="0" h="3141557" w="2254928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395730" y="2"/>
            <a:ext cx="2959203" cy="2352793"/>
          </a:xfrm>
          <a:custGeom>
            <a:rect b="b" l="l" r="r" t="t"/>
            <a:pathLst>
              <a:path extrusionOk="0" h="2352793" w="295920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390854" y="3130662"/>
            <a:ext cx="3106248" cy="3748831"/>
          </a:xfrm>
          <a:custGeom>
            <a:rect b="b" l="l" r="r" t="t"/>
            <a:pathLst>
              <a:path extrusionOk="0" h="3748831" w="3106248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82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3130661"/>
            <a:ext cx="1400640" cy="3748832"/>
          </a:xfrm>
          <a:custGeom>
            <a:rect b="b" l="l" r="r" t="t"/>
            <a:pathLst>
              <a:path extrusionOk="0" h="3748832" w="140064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895600" y="3776472"/>
            <a:ext cx="6400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895600" y="4718304"/>
            <a:ext cx="6400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539496" y="2103120"/>
            <a:ext cx="11119104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Title and Tab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866106" y="0"/>
            <a:ext cx="2325894" cy="2180854"/>
          </a:xfrm>
          <a:custGeom>
            <a:rect b="b" l="l" r="r" t="t"/>
            <a:pathLst>
              <a:path extrusionOk="0" h="2180854" w="232589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55904" y="2825496"/>
            <a:ext cx="10680192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4389120" y="2395728"/>
            <a:ext cx="7013448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"/>
              <a:buNone/>
              <a:defRPr b="1" sz="33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611880" y="1984248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b="1" sz="10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389120" y="4308475"/>
            <a:ext cx="3932238" cy="58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9500616" y="3209544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b="1" sz="10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preencoded.png" id="78" name="Google Shape;78;p17"/>
          <p:cNvSpPr/>
          <p:nvPr/>
        </p:nvSpPr>
        <p:spPr>
          <a:xfrm>
            <a:off x="-7117" y="0"/>
            <a:ext cx="2550985" cy="68580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-9415" y="0"/>
            <a:ext cx="2548591" cy="2555628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80" name="Google Shape;80;p17"/>
          <p:cNvSpPr/>
          <p:nvPr/>
        </p:nvSpPr>
        <p:spPr>
          <a:xfrm>
            <a:off x="2543868" y="0"/>
            <a:ext cx="2560340" cy="2560340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17"/>
          <p:cNvSpPr/>
          <p:nvPr/>
        </p:nvSpPr>
        <p:spPr>
          <a:xfrm flipH="1">
            <a:off x="2535251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/>
          <p:nvPr/>
        </p:nvSpPr>
        <p:spPr>
          <a:xfrm flipH="1">
            <a:off x="-10617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>
  <p:cSld name="Team x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8"/>
          <p:cNvSpPr/>
          <p:nvPr>
            <p:ph idx="2" type="pic"/>
          </p:nvPr>
        </p:nvSpPr>
        <p:spPr>
          <a:xfrm>
            <a:off x="758905" y="2392023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758905" y="4989515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3" type="body"/>
          </p:nvPr>
        </p:nvSpPr>
        <p:spPr>
          <a:xfrm>
            <a:off x="916885" y="5599755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8"/>
          <p:cNvSpPr/>
          <p:nvPr>
            <p:ph idx="4" type="pic"/>
          </p:nvPr>
        </p:nvSpPr>
        <p:spPr>
          <a:xfrm>
            <a:off x="3517361" y="2392619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3" name="Google Shape;93;p18"/>
          <p:cNvSpPr txBox="1"/>
          <p:nvPr>
            <p:ph idx="5" type="body"/>
          </p:nvPr>
        </p:nvSpPr>
        <p:spPr>
          <a:xfrm>
            <a:off x="3516747" y="4990111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6" type="body"/>
          </p:nvPr>
        </p:nvSpPr>
        <p:spPr>
          <a:xfrm>
            <a:off x="3674073" y="5600351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/>
          <p:nvPr>
            <p:ph idx="7" type="pic"/>
          </p:nvPr>
        </p:nvSpPr>
        <p:spPr>
          <a:xfrm>
            <a:off x="6275817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6" name="Google Shape;96;p18"/>
          <p:cNvSpPr txBox="1"/>
          <p:nvPr>
            <p:ph idx="8" type="body"/>
          </p:nvPr>
        </p:nvSpPr>
        <p:spPr>
          <a:xfrm>
            <a:off x="6274589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9" type="body"/>
          </p:nvPr>
        </p:nvSpPr>
        <p:spPr>
          <a:xfrm>
            <a:off x="6432529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8"/>
          <p:cNvSpPr/>
          <p:nvPr>
            <p:ph idx="13" type="pic"/>
          </p:nvPr>
        </p:nvSpPr>
        <p:spPr>
          <a:xfrm>
            <a:off x="9034272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9" name="Google Shape;99;p18"/>
          <p:cNvSpPr txBox="1"/>
          <p:nvPr>
            <p:ph idx="14" type="body"/>
          </p:nvPr>
        </p:nvSpPr>
        <p:spPr>
          <a:xfrm>
            <a:off x="9032431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5" type="body"/>
          </p:nvPr>
        </p:nvSpPr>
        <p:spPr>
          <a:xfrm>
            <a:off x="9190984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758952" y="539496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9"/>
          <p:cNvSpPr/>
          <p:nvPr>
            <p:ph idx="2" type="pic"/>
          </p:nvPr>
        </p:nvSpPr>
        <p:spPr>
          <a:xfrm>
            <a:off x="1271016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1271016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3" type="body"/>
          </p:nvPr>
        </p:nvSpPr>
        <p:spPr>
          <a:xfrm>
            <a:off x="1271016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9"/>
          <p:cNvSpPr/>
          <p:nvPr>
            <p:ph idx="4" type="pic"/>
          </p:nvPr>
        </p:nvSpPr>
        <p:spPr>
          <a:xfrm>
            <a:off x="1271016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9" name="Google Shape;109;p19"/>
          <p:cNvSpPr txBox="1"/>
          <p:nvPr>
            <p:ph idx="5" type="body"/>
          </p:nvPr>
        </p:nvSpPr>
        <p:spPr>
          <a:xfrm>
            <a:off x="1271016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6" type="body"/>
          </p:nvPr>
        </p:nvSpPr>
        <p:spPr>
          <a:xfrm>
            <a:off x="1271016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9"/>
          <p:cNvSpPr/>
          <p:nvPr>
            <p:ph idx="7" type="pic"/>
          </p:nvPr>
        </p:nvSpPr>
        <p:spPr>
          <a:xfrm>
            <a:off x="3828288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2" name="Google Shape;112;p19"/>
          <p:cNvSpPr txBox="1"/>
          <p:nvPr>
            <p:ph idx="8" type="body"/>
          </p:nvPr>
        </p:nvSpPr>
        <p:spPr>
          <a:xfrm>
            <a:off x="3828288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9" type="body"/>
          </p:nvPr>
        </p:nvSpPr>
        <p:spPr>
          <a:xfrm>
            <a:off x="3828288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9"/>
          <p:cNvSpPr/>
          <p:nvPr>
            <p:ph idx="13" type="pic"/>
          </p:nvPr>
        </p:nvSpPr>
        <p:spPr>
          <a:xfrm>
            <a:off x="3828288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5" name="Google Shape;115;p19"/>
          <p:cNvSpPr txBox="1"/>
          <p:nvPr>
            <p:ph idx="14" type="body"/>
          </p:nvPr>
        </p:nvSpPr>
        <p:spPr>
          <a:xfrm>
            <a:off x="3828288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5" type="body"/>
          </p:nvPr>
        </p:nvSpPr>
        <p:spPr>
          <a:xfrm>
            <a:off x="3828288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/>
          <p:nvPr>
            <p:ph idx="16" type="pic"/>
          </p:nvPr>
        </p:nvSpPr>
        <p:spPr>
          <a:xfrm>
            <a:off x="6385560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8" name="Google Shape;118;p19"/>
          <p:cNvSpPr txBox="1"/>
          <p:nvPr>
            <p:ph idx="17" type="body"/>
          </p:nvPr>
        </p:nvSpPr>
        <p:spPr>
          <a:xfrm>
            <a:off x="6385560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8" type="body"/>
          </p:nvPr>
        </p:nvSpPr>
        <p:spPr>
          <a:xfrm>
            <a:off x="6385560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19"/>
          <p:cNvSpPr/>
          <p:nvPr>
            <p:ph idx="19" type="pic"/>
          </p:nvPr>
        </p:nvSpPr>
        <p:spPr>
          <a:xfrm>
            <a:off x="6385560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1" name="Google Shape;121;p19"/>
          <p:cNvSpPr txBox="1"/>
          <p:nvPr>
            <p:ph idx="20" type="body"/>
          </p:nvPr>
        </p:nvSpPr>
        <p:spPr>
          <a:xfrm>
            <a:off x="6385560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1" type="body"/>
          </p:nvPr>
        </p:nvSpPr>
        <p:spPr>
          <a:xfrm>
            <a:off x="6385560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9"/>
          <p:cNvSpPr/>
          <p:nvPr>
            <p:ph idx="22" type="pic"/>
          </p:nvPr>
        </p:nvSpPr>
        <p:spPr>
          <a:xfrm>
            <a:off x="8942832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4" name="Google Shape;124;p19"/>
          <p:cNvSpPr txBox="1"/>
          <p:nvPr>
            <p:ph idx="23" type="body"/>
          </p:nvPr>
        </p:nvSpPr>
        <p:spPr>
          <a:xfrm>
            <a:off x="8942832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24" type="body"/>
          </p:nvPr>
        </p:nvSpPr>
        <p:spPr>
          <a:xfrm>
            <a:off x="8942832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9"/>
          <p:cNvSpPr/>
          <p:nvPr>
            <p:ph idx="25" type="pic"/>
          </p:nvPr>
        </p:nvSpPr>
        <p:spPr>
          <a:xfrm>
            <a:off x="8942832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7" name="Google Shape;127;p19"/>
          <p:cNvSpPr txBox="1"/>
          <p:nvPr>
            <p:ph idx="26" type="body"/>
          </p:nvPr>
        </p:nvSpPr>
        <p:spPr>
          <a:xfrm>
            <a:off x="8942832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27" type="body"/>
          </p:nvPr>
        </p:nvSpPr>
        <p:spPr>
          <a:xfrm>
            <a:off x="8942832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685338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5116484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9547629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0"/>
          <p:cNvSpPr txBox="1"/>
          <p:nvPr>
            <p:ph type="title"/>
          </p:nvPr>
        </p:nvSpPr>
        <p:spPr>
          <a:xfrm>
            <a:off x="758952" y="841248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685338" y="2491684"/>
            <a:ext cx="2011680" cy="2825173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20"/>
          <p:cNvSpPr/>
          <p:nvPr>
            <p:ph idx="2" type="pic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0" name="Google Shape;140;p20"/>
          <p:cNvSpPr txBox="1"/>
          <p:nvPr>
            <p:ph idx="3" type="body"/>
          </p:nvPr>
        </p:nvSpPr>
        <p:spPr>
          <a:xfrm>
            <a:off x="731058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4" type="body"/>
          </p:nvPr>
        </p:nvSpPr>
        <p:spPr>
          <a:xfrm>
            <a:off x="2900910" y="2491684"/>
            <a:ext cx="2011680" cy="2825173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2" name="Google Shape;142;p20"/>
          <p:cNvSpPr/>
          <p:nvPr>
            <p:ph idx="5" type="pic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946630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7" type="body"/>
          </p:nvPr>
        </p:nvSpPr>
        <p:spPr>
          <a:xfrm>
            <a:off x="5116484" y="2491684"/>
            <a:ext cx="2011680" cy="2825173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0"/>
          <p:cNvSpPr/>
          <p:nvPr>
            <p:ph idx="8" type="pic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6" name="Google Shape;146;p20"/>
          <p:cNvSpPr txBox="1"/>
          <p:nvPr>
            <p:ph idx="9" type="body"/>
          </p:nvPr>
        </p:nvSpPr>
        <p:spPr>
          <a:xfrm>
            <a:off x="5162204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3" type="body"/>
          </p:nvPr>
        </p:nvSpPr>
        <p:spPr>
          <a:xfrm>
            <a:off x="7332057" y="2491684"/>
            <a:ext cx="2011680" cy="2825173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8" name="Google Shape;148;p20"/>
          <p:cNvSpPr/>
          <p:nvPr>
            <p:ph idx="14" type="pic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9" name="Google Shape;149;p20"/>
          <p:cNvSpPr txBox="1"/>
          <p:nvPr>
            <p:ph idx="15" type="body"/>
          </p:nvPr>
        </p:nvSpPr>
        <p:spPr>
          <a:xfrm>
            <a:off x="7377777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0"/>
          <p:cNvSpPr txBox="1"/>
          <p:nvPr>
            <p:ph idx="16" type="body"/>
          </p:nvPr>
        </p:nvSpPr>
        <p:spPr>
          <a:xfrm>
            <a:off x="9547629" y="2491684"/>
            <a:ext cx="2011680" cy="2825173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1" name="Google Shape;151;p20"/>
          <p:cNvSpPr/>
          <p:nvPr>
            <p:ph idx="17" type="pic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20"/>
          <p:cNvSpPr txBox="1"/>
          <p:nvPr>
            <p:ph idx="18" type="body"/>
          </p:nvPr>
        </p:nvSpPr>
        <p:spPr>
          <a:xfrm>
            <a:off x="9593349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2838450" cy="2857958"/>
          </a:xfrm>
          <a:custGeom>
            <a:rect b="b" l="l" r="r" t="t"/>
            <a:pathLst>
              <a:path extrusionOk="0" h="2857958" w="283845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1" y="-1"/>
            <a:ext cx="1970627" cy="1990267"/>
          </a:xfrm>
          <a:custGeom>
            <a:rect b="b" l="l" r="r" t="t"/>
            <a:pathLst>
              <a:path extrusionOk="0" h="1990267" w="197062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" y="1"/>
            <a:ext cx="1003449" cy="1013015"/>
          </a:xfrm>
          <a:custGeom>
            <a:rect b="b" l="l" r="r" t="t"/>
            <a:pathLst>
              <a:path extrusionOk="0" h="1013015" w="1003449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7" name="Google Shape;157;p21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preencoded.png" id="159" name="Google Shape;159;p21"/>
          <p:cNvSpPr/>
          <p:nvPr/>
        </p:nvSpPr>
        <p:spPr>
          <a:xfrm>
            <a:off x="1458332" y="590133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685338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21"/>
          <p:cNvSpPr txBox="1"/>
          <p:nvPr>
            <p:ph idx="2" type="body"/>
          </p:nvPr>
        </p:nvSpPr>
        <p:spPr>
          <a:xfrm>
            <a:off x="2900911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1"/>
          <p:cNvSpPr txBox="1"/>
          <p:nvPr>
            <p:ph idx="3" type="body"/>
          </p:nvPr>
        </p:nvSpPr>
        <p:spPr>
          <a:xfrm>
            <a:off x="5116484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3" name="Google Shape;163;p21"/>
          <p:cNvSpPr txBox="1"/>
          <p:nvPr>
            <p:ph idx="4" type="body"/>
          </p:nvPr>
        </p:nvSpPr>
        <p:spPr>
          <a:xfrm>
            <a:off x="7332057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4" name="Google Shape;164;p21"/>
          <p:cNvSpPr txBox="1"/>
          <p:nvPr>
            <p:ph idx="5" type="body"/>
          </p:nvPr>
        </p:nvSpPr>
        <p:spPr>
          <a:xfrm>
            <a:off x="9547629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21"/>
          <p:cNvSpPr txBox="1"/>
          <p:nvPr>
            <p:ph idx="6" type="body"/>
          </p:nvPr>
        </p:nvSpPr>
        <p:spPr>
          <a:xfrm>
            <a:off x="685338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7" type="body"/>
          </p:nvPr>
        </p:nvSpPr>
        <p:spPr>
          <a:xfrm>
            <a:off x="2900911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8" type="body"/>
          </p:nvPr>
        </p:nvSpPr>
        <p:spPr>
          <a:xfrm>
            <a:off x="5116484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1"/>
          <p:cNvSpPr txBox="1"/>
          <p:nvPr>
            <p:ph idx="9" type="body"/>
          </p:nvPr>
        </p:nvSpPr>
        <p:spPr>
          <a:xfrm>
            <a:off x="7332057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13" type="body"/>
          </p:nvPr>
        </p:nvSpPr>
        <p:spPr>
          <a:xfrm>
            <a:off x="9547629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0" name="Google Shape;170;p21"/>
          <p:cNvCxnSpPr/>
          <p:nvPr/>
        </p:nvCxnSpPr>
        <p:spPr>
          <a:xfrm>
            <a:off x="739398" y="4187681"/>
            <a:ext cx="10812360" cy="0"/>
          </a:xfrm>
          <a:prstGeom prst="straightConnector1">
            <a:avLst/>
          </a:prstGeom>
          <a:noFill/>
          <a:ln cap="flat" cmpd="sng" w="12700">
            <a:solidFill>
              <a:srgbClr val="F1D0D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reencoded.png" id="173" name="Google Shape;173;p22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174" name="Google Shape;1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176" name="Google Shape;176;p22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397764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22"/>
          <p:cNvSpPr txBox="1"/>
          <p:nvPr>
            <p:ph idx="2" type="body"/>
          </p:nvPr>
        </p:nvSpPr>
        <p:spPr>
          <a:xfrm>
            <a:off x="368503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3" type="body"/>
          </p:nvPr>
        </p:nvSpPr>
        <p:spPr>
          <a:xfrm>
            <a:off x="804672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1" name="Google Shape;181;p22"/>
          <p:cNvSpPr txBox="1"/>
          <p:nvPr>
            <p:ph idx="4" type="body"/>
          </p:nvPr>
        </p:nvSpPr>
        <p:spPr>
          <a:xfrm>
            <a:off x="775411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758952" y="1234440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713232" y="2743200"/>
            <a:ext cx="3328416" cy="3557016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23"/>
          <p:cNvSpPr/>
          <p:nvPr>
            <p:ph idx="2" type="pic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9" name="Google Shape;189;p23"/>
          <p:cNvSpPr txBox="1"/>
          <p:nvPr>
            <p:ph idx="3" type="body"/>
          </p:nvPr>
        </p:nvSpPr>
        <p:spPr>
          <a:xfrm>
            <a:off x="992124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4" type="body"/>
          </p:nvPr>
        </p:nvSpPr>
        <p:spPr>
          <a:xfrm>
            <a:off x="4443984" y="2743200"/>
            <a:ext cx="3328416" cy="3557016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p23"/>
          <p:cNvSpPr/>
          <p:nvPr>
            <p:ph idx="5" type="pic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2" name="Google Shape;192;p23"/>
          <p:cNvSpPr txBox="1"/>
          <p:nvPr>
            <p:ph idx="6" type="body"/>
          </p:nvPr>
        </p:nvSpPr>
        <p:spPr>
          <a:xfrm>
            <a:off x="4722876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7" type="body"/>
          </p:nvPr>
        </p:nvSpPr>
        <p:spPr>
          <a:xfrm>
            <a:off x="8092440" y="2743200"/>
            <a:ext cx="3328416" cy="3557016"/>
          </a:xfrm>
          <a:prstGeom prst="rect">
            <a:avLst/>
          </a:prstGeom>
          <a:noFill/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4" name="Google Shape;194;p23"/>
          <p:cNvSpPr/>
          <p:nvPr>
            <p:ph idx="8" type="pic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5" name="Google Shape;195;p23"/>
          <p:cNvSpPr txBox="1"/>
          <p:nvPr>
            <p:ph idx="9" type="body"/>
          </p:nvPr>
        </p:nvSpPr>
        <p:spPr>
          <a:xfrm>
            <a:off x="8371332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97" name="Google Shape;197;p24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198" name="Google Shape;1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descr="preencoded.png" id="200" name="Google Shape;200;p24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reencoded.png" id="201" name="Google Shape;2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4"/>
          <p:cNvSpPr txBox="1"/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368503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24"/>
          <p:cNvSpPr txBox="1"/>
          <p:nvPr>
            <p:ph idx="2" type="body"/>
          </p:nvPr>
        </p:nvSpPr>
        <p:spPr>
          <a:xfrm>
            <a:off x="775411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25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25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5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5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26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26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2" name="Google Shape;222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7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28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 i="0" sz="44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1" type="ftr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peserta@mail.com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type="ctrTitle"/>
          </p:nvPr>
        </p:nvSpPr>
        <p:spPr>
          <a:xfrm>
            <a:off x="2642695" y="1859120"/>
            <a:ext cx="7117321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43382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Arial Black"/>
              <a:buNone/>
            </a:pPr>
            <a:r>
              <a:rPr lang="en-US" sz="3400"/>
              <a:t>MOBILE APPS DEVELOPER BANK MANDIRI</a:t>
            </a:r>
            <a:br>
              <a:rPr lang="en-US" sz="3400"/>
            </a:br>
            <a:endParaRPr sz="3400"/>
          </a:p>
        </p:txBody>
      </p:sp>
      <p:sp>
        <p:nvSpPr>
          <p:cNvPr id="237" name="Google Shape;237;p1"/>
          <p:cNvSpPr txBox="1"/>
          <p:nvPr>
            <p:ph idx="1" type="subTitle"/>
          </p:nvPr>
        </p:nvSpPr>
        <p:spPr>
          <a:xfrm>
            <a:off x="4349495" y="3483864"/>
            <a:ext cx="3862349" cy="87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&lt;&lt;Tuliskan Nama Peserta&gt;&gt;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8" name="Google Shape;23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"/>
          <p:cNvSpPr txBox="1"/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b="1" sz="4400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4" name="Google Shape;244;p2"/>
          <p:cNvSpPr txBox="1"/>
          <p:nvPr>
            <p:ph idx="1" type="body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Introduction​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About Task 5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Demo Application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​Summary​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5" name="Google Shape;24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"/>
          <p:cNvSpPr txBox="1"/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251" name="Google Shape;251;p3"/>
          <p:cNvSpPr txBox="1"/>
          <p:nvPr>
            <p:ph idx="1" type="body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 sz="2300"/>
              <a:t>Tuliskan deskripsi diri kalian </a:t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 sz="2300"/>
              <a:t>Co/ nama, kuliah/kerja, program yang kalian ikuti pada rakamin ini</a:t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 sz="2300"/>
              <a:t>Saya Fikri saya mengikuti program rakamin ini untuk mendapatkan portofolio dan pengalaman  yang berguna saat saya mencari pekerjaan setelah lulus nanti.</a:t>
            </a:r>
            <a:endParaRPr sz="2300"/>
          </a:p>
        </p:txBody>
      </p:sp>
      <p:sp>
        <p:nvSpPr>
          <p:cNvPr id="252" name="Google Shape;252;p3"/>
          <p:cNvSpPr txBox="1"/>
          <p:nvPr>
            <p:ph idx="11" type="ftr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53" name="Google Shape;253;p3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4" name="Google Shape;2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"/>
          <p:cNvSpPr txBox="1"/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TENTANG TASK 5</a:t>
            </a:r>
            <a:endParaRPr b="1" sz="4400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4"/>
          <p:cNvSpPr txBox="1"/>
          <p:nvPr>
            <p:ph idx="1" type="body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 sz="2000"/>
              <a:t>Jelaskan apa yang kalian dapat dari task 5 </a:t>
            </a:r>
            <a:endParaRPr sz="2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 sz="2000"/>
              <a:t>Co/ menjelaskan tentang pembuatan blablabla untuk blablabla pada Bank Mandiri yang di ambil dari API blablabla​</a:t>
            </a:r>
            <a:endParaRPr sz="2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2000"/>
              <a:t>Membuat Aplikasi menampilkan List Berita dengan API yang didapatkan dari newsapi.org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261" name="Google Shape;26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/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DEMO APLIKASI</a:t>
            </a:r>
            <a:endParaRPr/>
          </a:p>
        </p:txBody>
      </p:sp>
      <p:sp>
        <p:nvSpPr>
          <p:cNvPr id="267" name="Google Shape;267;p5"/>
          <p:cNvSpPr txBox="1"/>
          <p:nvPr>
            <p:ph idx="1" type="body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 sz="2500"/>
              <a:t>Jelaskan satu persatu dimulai dari pengambilan API, source code, dan tampilan dari hasil akhirnya. Berikan dokumentasi (screenshoot) dan  deskripsi untuk setiap Langkah langkahnya. 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 txBox="1"/>
          <p:nvPr>
            <p:ph idx="11" type="ftr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69" name="Google Shape;269;p5"/>
          <p:cNvSpPr txBox="1"/>
          <p:nvPr>
            <p:ph idx="12" type="sldNum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0" name="Google Shape;2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272df4c00_0_2"/>
          <p:cNvSpPr txBox="1"/>
          <p:nvPr>
            <p:ph type="title"/>
          </p:nvPr>
        </p:nvSpPr>
        <p:spPr>
          <a:xfrm>
            <a:off x="4224528" y="2276856"/>
            <a:ext cx="6766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LINK VIDEO</a:t>
            </a:r>
            <a:endParaRPr/>
          </a:p>
        </p:txBody>
      </p:sp>
      <p:sp>
        <p:nvSpPr>
          <p:cNvPr id="276" name="Google Shape;276;g20272df4c00_0_2"/>
          <p:cNvSpPr txBox="1"/>
          <p:nvPr>
            <p:ph idx="1" type="body"/>
          </p:nvPr>
        </p:nvSpPr>
        <p:spPr>
          <a:xfrm>
            <a:off x="4224528" y="3222752"/>
            <a:ext cx="67665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Cantumkan link video yang telah anda buat </a:t>
            </a:r>
            <a:endParaRPr sz="2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(dan media pendukung lain jika ada) di sini:</a:t>
            </a:r>
            <a:endParaRPr sz="2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Boleh berupa </a:t>
            </a:r>
            <a:r>
              <a:rPr b="1" lang="en-US" sz="2200"/>
              <a:t>link youtube (Unlisted Video)</a:t>
            </a:r>
            <a:r>
              <a:rPr lang="en-US" sz="2200"/>
              <a:t> ataupun link </a:t>
            </a:r>
            <a:r>
              <a:rPr b="1" lang="en-US" sz="2200"/>
              <a:t>google drive (Pastikan aksesnya bisa dilihat)</a:t>
            </a:r>
            <a:endParaRPr b="1"/>
          </a:p>
        </p:txBody>
      </p:sp>
      <p:sp>
        <p:nvSpPr>
          <p:cNvPr id="277" name="Google Shape;277;g20272df4c00_0_2"/>
          <p:cNvSpPr txBox="1"/>
          <p:nvPr>
            <p:ph idx="11" type="ftr"/>
          </p:nvPr>
        </p:nvSpPr>
        <p:spPr>
          <a:xfrm>
            <a:off x="4224528" y="4572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78" name="Google Shape;278;g20272df4c00_0_2"/>
          <p:cNvSpPr txBox="1"/>
          <p:nvPr>
            <p:ph idx="12" type="sldNum"/>
          </p:nvPr>
        </p:nvSpPr>
        <p:spPr>
          <a:xfrm>
            <a:off x="10945368" y="457200"/>
            <a:ext cx="98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9" name="Google Shape;279;g20272df4c0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/>
          <p:nvPr>
            <p:ph type="ctrTitle"/>
          </p:nvPr>
        </p:nvSpPr>
        <p:spPr>
          <a:xfrm>
            <a:off x="1527048" y="1975104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85" name="Google Shape;285;p7"/>
          <p:cNvSpPr txBox="1"/>
          <p:nvPr>
            <p:ph idx="1" type="subTitle"/>
          </p:nvPr>
        </p:nvSpPr>
        <p:spPr>
          <a:xfrm>
            <a:off x="1545336" y="2846832"/>
            <a:ext cx="4169664" cy="2176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Tuliskan contact peserta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peserta@mail.com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088080xxxxxx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Dan social media lainnya</a:t>
            </a:r>
            <a:endParaRPr/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574" y="4744925"/>
            <a:ext cx="4521924" cy="13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2022-12-21T12:51:28Z</dcterms:created>
  <dc:creator>Fikrullaily Uly Yachsyi - ASD</dc:creator>
</cp:coreProperties>
</file>